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3f861c-ecfd-0e0a-8977-7cbe8adace19}">
          <p14:sldIdLst>
            <p14:sldId id="256"/>
            <p14:sldId id="257"/>
            <p14:sldId id="258"/>
            <p14:sldId id="259"/>
          </p14:sldIdLst>
        </p14:section>
        <p14:section name="Getting started" id="{71283354-b2e2-78b4-c656-45307340e48f}">
          <p14:sldIdLst>
            <p14:sldId id="260"/>
            <p14:sldId id="261"/>
            <p14:sldId id="262"/>
          </p14:sldIdLst>
        </p14:section>
        <p14:section name="Record" id="{f8d63db5-29d5-4d75-4bd5-25376df7fd3a}">
          <p14:sldIdLst>
            <p14:sldId id="263"/>
            <p14:sldId id="264"/>
          </p14:sldIdLst>
        </p14:section>
        <p14:section name="Review and edit" id="{edd008e0-4f29-06b9-c3e8-d8a61f937e11}">
          <p14:sldIdLst>
            <p14:sldId id="265"/>
            <p14:sldId id="266"/>
            <p14:sldId id="267"/>
          </p14:sldIdLst>
        </p14:section>
        <p14:section name="Play" id="{37a41769-303d-f74c-3864-bb96ea9dc757}">
          <p14:sldIdLst>
            <p14:sldId id="268"/>
            <p14:sldId id="269"/>
            <p14:sldId id="270"/>
            <p14:sldId id="271"/>
          </p14:sldIdLst>
        </p14:section>
        <p14:section name="Best practices" id="{b3421aa3-104b-9ce5-79e7-3984da7fc423}">
          <p14:sldIdLst>
            <p14:sldId id="272"/>
            <p14:sldId id="273"/>
            <p14:sldId id="274"/>
            <p14:sldId id="275"/>
            <p14:sldId id="276"/>
            <p14:sldId id="277"/>
          </p14:sldIdLst>
        </p14:section>
        <p14:section name="Summary" id="{71f5f522-6443-30bb-1ff9-8673b316da5d}">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shows what rpabot does, how to use it step by step, and the habits that keep automated work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rpabot records what you do on the computer once, then plays it back for you. It can repeat the task for every row of an Excel file, check the screen for messages, and show a readable report of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rpabot for repetitive work on screens that stay the same. Do not use it where every case needs a decision, where the layout keeps changing, or for actions you cannot undo unless you have tested them and guarded them with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workflow on one page. Prepare, record, review, check that the right page is in front, test once, fix, then play everything, watch it, and verify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setup file. Choose to install only for you, which needs no admin rights. Pick where your recordings are saved; the default is C colon rpabot. If you skip that, rpabot asks on its first start, and you can change it later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page lists your recordings as cards. Use the plus button to create a new one, click a card to open it, search by name, open the recordings folder, or change the folder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recording has four sections: REC to record, PLAY to run it, EDIT to change the steps and REPORT for a readable overview. The status shows what is happening, and the Activity bar keeps a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page you want to start from. Set the start delay, click Start recording, switch to your app, and do the task once, calmly. Click into each field before you type. Press F10 or the stop bar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message can appear at some point, for example already exists or no results found, press F9 at that moment. Recording pauses and you add an OCR check. You finish it later in the step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recording, open EDIT. Read the steps from top to bottom like a script. Look for clicks you did not mean, and for long waits from thinking. Open the step editor to fix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step editor you can change waits, typed text, keys and click positions, delete or reorder steps, turn typed text into a variable for your Excel file, and add OCR checks. Save keeps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OCR check reads a box on the screen. If the text is found, rpabot clears what it typed and stops that row, and the next row goes on. If it is not found, the steps simply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PLAY, set the start delay and speed, pick your Excel file and the rows to run, and check that every variable is found. Then press Play. The window steps aside when the countdown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Excel file's first row holds the column names; every other row is one run. A column named Email fills the variable Email. Choose rows by their Excel numbers, for example 2 to 4 gives three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stop, press F10 or click the stop bar. During playback you can also push the mouse into the top left corner. When it ends, a pop-up says completed or stopped. If anything looks wrong, stop first, then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is a readable page of every step, with filters, search and print. Share it so a colleague can check what the recording will do before it runs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test with a single row first, at normal speed, and watch it. Check the result in the app, fix the steps, and only then run the remaining rows. Never re-run rows that already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browser: start from the same page every time, keep the window maximized at one hundred percent zoom, wait for pages to load while recording, clear browser prompts before you start, and do not touch tabs during playback.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need to do something else in another tab, finish it, close that tab, return to the original tab, and check the page before you press play. rpabot clicks screen positions; it does not know which tab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Clicks are saved as positions on the screen, so keep the same screen, scaling and window size. Click into a field before typing. And keep your hands off the mouse and keyboard while it plays.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problems: playing in the wrong tab, running everything without a test, leaving stray steps, clicking before the page has loaded, unexpected pop-ups, and duplicate data. Each has a simple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page and keep it next to you for the first few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test once, make sure the right page is in front, stop with F10 if anything looks wrong, and always verify the results.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pabot title (dark)">
    <p:bg>
      <p:bgPr>
        <a:solidFill>
          <a:srgbClr val="1E24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pabot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000" dirty="0">
                <a:solidFill>
                  <a:srgbClr val="1E2433"/>
                </a:solidFill>
                <a:latin typeface="Segoe UI Semibold" pitchFamily="34" charset="0"/>
                <a:ea typeface="Segoe UI Semibold" pitchFamily="34" charset="-122"/>
                <a:cs typeface="Segoe UI Semibold" pitchFamily="34" charset="-120"/>
              </a:defRPr>
            </a:lvl1pPr>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Title</a:t>
            </a: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478"/>
                </a:solidFill>
                <a:latin typeface="Segoe UI" pitchFamily="34" charset="0"/>
                <a:ea typeface="Segoe UI" pitchFamily="34" charset="-122"/>
                <a:cs typeface="Segoe UI" pitchFamily="34" charset="-120"/>
              </a:rPr>
              <a:t>rpabot · user guide</a:t>
            </a:r>
            <a:endParaRPr lang="en-US" sz="10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val-1"/>
          <p:cNvSpPr/>
          <p:nvPr/>
        </p:nvSpPr>
        <p:spPr>
          <a:xfrm>
            <a:off x="868680" y="1874520"/>
            <a:ext cx="1234440" cy="1234440"/>
          </a:xfrm>
          <a:prstGeom prst="ellipse">
            <a:avLst/>
          </a:prstGeom>
          <a:solidFill>
            <a:srgbClr val="4F46E5"/>
          </a:solidFill>
          <a:ln/>
        </p:spPr>
      </p:sp>
      <p:sp>
        <p:nvSpPr>
          <p:cNvPr id="3" name="oval-2"/>
          <p:cNvSpPr/>
          <p:nvPr/>
        </p:nvSpPr>
        <p:spPr>
          <a:xfrm>
            <a:off x="1143000" y="2148840"/>
            <a:ext cx="685800" cy="685800"/>
          </a:xfrm>
          <a:prstGeom prst="ellipse">
            <a:avLst/>
          </a:prstGeom>
          <a:ln w="88900">
            <a:solidFill>
              <a:srgbClr val="FFFFFF"/>
            </a:solidFill>
            <a:prstDash val="solid"/>
          </a:ln>
        </p:spPr>
      </p:sp>
      <p:sp>
        <p:nvSpPr>
          <p:cNvPr id="4" name="oval-3"/>
          <p:cNvSpPr/>
          <p:nvPr/>
        </p:nvSpPr>
        <p:spPr>
          <a:xfrm>
            <a:off x="1367028" y="2372868"/>
            <a:ext cx="237744" cy="237744"/>
          </a:xfrm>
          <a:prstGeom prst="ellipse">
            <a:avLst/>
          </a:prstGeom>
          <a:solidFill>
            <a:srgbClr val="FFFFFF"/>
          </a:solidFill>
          <a:ln/>
        </p:spPr>
      </p:sp>
      <p:sp>
        <p:nvSpPr>
          <p:cNvPr id="5" name="text-4"/>
          <p:cNvSpPr txBox="1"/>
          <p:nvPr/>
        </p:nvSpPr>
        <p:spPr>
          <a:xfrm>
            <a:off x="2423160" y="1691640"/>
            <a:ext cx="8686800" cy="914400"/>
          </a:xfrm>
          <a:prstGeom prst="rect">
            <a:avLst/>
          </a:prstGeom>
          <a:noFill/>
          <a:ln/>
        </p:spPr>
        <p:txBody>
          <a:bodyPr wrap="square" lIns="0" tIns="0" rIns="0" bIns="0" rtlCol="0" anchor="t"/>
          <a:lstStyle/>
          <a:p>
            <a:pPr algn="l" indent="0" marL="0">
              <a:buNone/>
            </a:pPr>
            <a:r>
              <a:rPr lang="en-US" sz="5400" dirty="0">
                <a:solidFill>
                  <a:srgbClr val="FFFFFF"/>
                </a:solidFill>
                <a:latin typeface="Segoe UI Semibold" pitchFamily="34" charset="0"/>
                <a:ea typeface="Segoe UI Semibold" pitchFamily="34" charset="-122"/>
                <a:cs typeface="Segoe UI Semibold" pitchFamily="34" charset="-120"/>
              </a:rPr>
              <a:t>rpabot</a:t>
            </a:r>
            <a:endParaRPr lang="en-US" sz="5400" dirty="0"/>
          </a:p>
        </p:txBody>
      </p:sp>
      <p:sp>
        <p:nvSpPr>
          <p:cNvPr id="6" name="text-5"/>
          <p:cNvSpPr txBox="1"/>
          <p:nvPr/>
        </p:nvSpPr>
        <p:spPr>
          <a:xfrm>
            <a:off x="2441448" y="2697480"/>
            <a:ext cx="9144000" cy="548640"/>
          </a:xfrm>
          <a:prstGeom prst="rect">
            <a:avLst/>
          </a:prstGeom>
          <a:noFill/>
          <a:ln/>
        </p:spPr>
        <p:txBody>
          <a:bodyPr wrap="square" lIns="0" tIns="0" rIns="0" bIns="0" rtlCol="0" anchor="t"/>
          <a:lstStyle/>
          <a:p>
            <a:pPr algn="l" indent="0" marL="0">
              <a:buNone/>
            </a:pPr>
            <a:r>
              <a:rPr lang="en-US" sz="2400" dirty="0">
                <a:solidFill>
                  <a:srgbClr val="C7D2FE"/>
                </a:solidFill>
                <a:latin typeface="Segoe UI" pitchFamily="34" charset="0"/>
                <a:ea typeface="Segoe UI" pitchFamily="34" charset="-122"/>
                <a:cs typeface="Segoe UI" pitchFamily="34" charset="-120"/>
              </a:rPr>
              <a:t>Record a task once. Replay it safely, row by row.</a:t>
            </a:r>
            <a:endParaRPr lang="en-US" sz="2400" dirty="0"/>
          </a:p>
        </p:txBody>
      </p:sp>
      <p:sp>
        <p:nvSpPr>
          <p:cNvPr id="7" name="text-6"/>
          <p:cNvSpPr txBox="1"/>
          <p:nvPr/>
        </p:nvSpPr>
        <p:spPr>
          <a:xfrm>
            <a:off x="2459736" y="3310128"/>
            <a:ext cx="9144000" cy="365760"/>
          </a:xfrm>
          <a:prstGeom prst="rect">
            <a:avLst/>
          </a:prstGeom>
          <a:noFill/>
          <a:ln/>
        </p:spPr>
        <p:txBody>
          <a:bodyPr wrap="square" lIns="0" tIns="0" rIns="0" bIns="0" rtlCol="0" anchor="t"/>
          <a:lstStyle/>
          <a:p>
            <a:pPr algn="l" indent="0" marL="0">
              <a:buNone/>
            </a:pPr>
            <a:r>
              <a:rPr lang="en-US" sz="1600" dirty="0">
                <a:solidFill>
                  <a:srgbClr val="A5B4FC"/>
                </a:solidFill>
                <a:latin typeface="Segoe UI" pitchFamily="34" charset="0"/>
                <a:ea typeface="Segoe UI" pitchFamily="34" charset="-122"/>
                <a:cs typeface="Segoe UI" pitchFamily="34" charset="-120"/>
              </a:rPr>
              <a:t>User guide for the team  ·  version 0.2.0</a:t>
            </a:r>
            <a:endParaRPr lang="en-US" sz="1600" dirty="0"/>
          </a:p>
        </p:txBody>
      </p:sp>
      <p:sp>
        <p:nvSpPr>
          <p:cNvPr id="8" name="rect-7"/>
          <p:cNvSpPr/>
          <p:nvPr/>
        </p:nvSpPr>
        <p:spPr>
          <a:xfrm>
            <a:off x="2423160" y="4617720"/>
            <a:ext cx="1783080" cy="566928"/>
          </a:xfrm>
          <a:prstGeom prst="roundRect">
            <a:avLst>
              <a:gd name="adj" fmla="val 50000"/>
            </a:avLst>
          </a:prstGeom>
          <a:solidFill>
            <a:srgbClr val="2B3350"/>
          </a:solidFill>
          <a:ln w="12700">
            <a:solidFill>
              <a:srgbClr val="3A4466"/>
            </a:solidFill>
            <a:prstDash val="solid"/>
          </a:ln>
        </p:spPr>
      </p:sp>
      <p:pic>
        <p:nvPicPr>
          <p:cNvPr id="9" name="image-8" descr="rec icon">    </p:cNvPr>
          <p:cNvPicPr>
            <a:picLocks noChangeAspect="1"/>
          </p:cNvPicPr>
          <p:nvPr/>
        </p:nvPicPr>
        <p:blipFill>
          <a:blip r:embed="rId1"/>
          <a:stretch>
            <a:fillRect/>
          </a:stretch>
        </p:blipFill>
        <p:spPr>
          <a:xfrm>
            <a:off x="2606040" y="4745736"/>
            <a:ext cx="310896" cy="310896"/>
          </a:xfrm>
          <a:prstGeom prst="rect">
            <a:avLst/>
          </a:prstGeom>
        </p:spPr>
      </p:pic>
      <p:sp>
        <p:nvSpPr>
          <p:cNvPr id="10" name="text-9"/>
          <p:cNvSpPr txBox="1"/>
          <p:nvPr/>
        </p:nvSpPr>
        <p:spPr>
          <a:xfrm>
            <a:off x="3026664" y="4617720"/>
            <a:ext cx="1097280" cy="566928"/>
          </a:xfrm>
          <a:prstGeom prst="rect">
            <a:avLst/>
          </a:prstGeom>
          <a:noFill/>
          <a:ln/>
        </p:spPr>
        <p:txBody>
          <a:bodyPr wrap="square" lIns="0" tIns="0" rIns="0" bIns="0" rtlCol="0" anchor="ctr"/>
          <a:lstStyle/>
          <a:p>
            <a:pPr algn="l" indent="0" marL="0">
              <a:buNone/>
            </a:pPr>
            <a:r>
              <a:rPr lang="en-US" sz="1500" dirty="0">
                <a:solidFill>
                  <a:srgbClr val="FFFFFF"/>
                </a:solidFill>
                <a:latin typeface="Segoe UI Semibold" pitchFamily="34" charset="0"/>
                <a:ea typeface="Segoe UI Semibold" pitchFamily="34" charset="-122"/>
                <a:cs typeface="Segoe UI Semibold" pitchFamily="34" charset="-120"/>
              </a:rPr>
              <a:t>REC</a:t>
            </a:r>
            <a:endParaRPr lang="en-US" sz="1500" dirty="0"/>
          </a:p>
        </p:txBody>
      </p:sp>
      <p:sp>
        <p:nvSpPr>
          <p:cNvPr id="11" name="rect-10"/>
          <p:cNvSpPr/>
          <p:nvPr/>
        </p:nvSpPr>
        <p:spPr>
          <a:xfrm>
            <a:off x="4434840" y="4617720"/>
            <a:ext cx="1783080" cy="566928"/>
          </a:xfrm>
          <a:prstGeom prst="roundRect">
            <a:avLst>
              <a:gd name="adj" fmla="val 50000"/>
            </a:avLst>
          </a:prstGeom>
          <a:solidFill>
            <a:srgbClr val="2B3350"/>
          </a:solidFill>
          <a:ln w="12700">
            <a:solidFill>
              <a:srgbClr val="3A4466"/>
            </a:solidFill>
            <a:prstDash val="solid"/>
          </a:ln>
        </p:spPr>
      </p:sp>
      <p:pic>
        <p:nvPicPr>
          <p:cNvPr id="12" name="image-11" descr="play icon">    </p:cNvPr>
          <p:cNvPicPr>
            <a:picLocks noChangeAspect="1"/>
          </p:cNvPicPr>
          <p:nvPr/>
        </p:nvPicPr>
        <p:blipFill>
          <a:blip r:embed="rId2"/>
          <a:stretch>
            <a:fillRect/>
          </a:stretch>
        </p:blipFill>
        <p:spPr>
          <a:xfrm>
            <a:off x="4617720" y="4745736"/>
            <a:ext cx="310896" cy="310896"/>
          </a:xfrm>
          <a:prstGeom prst="rect">
            <a:avLst/>
          </a:prstGeom>
        </p:spPr>
      </p:pic>
      <p:sp>
        <p:nvSpPr>
          <p:cNvPr id="13" name="text-12"/>
          <p:cNvSpPr txBox="1"/>
          <p:nvPr/>
        </p:nvSpPr>
        <p:spPr>
          <a:xfrm>
            <a:off x="5038344" y="4617720"/>
            <a:ext cx="1097280" cy="566928"/>
          </a:xfrm>
          <a:prstGeom prst="rect">
            <a:avLst/>
          </a:prstGeom>
          <a:noFill/>
          <a:ln/>
        </p:spPr>
        <p:txBody>
          <a:bodyPr wrap="square" lIns="0" tIns="0" rIns="0" bIns="0" rtlCol="0" anchor="ctr"/>
          <a:lstStyle/>
          <a:p>
            <a:pPr algn="l" indent="0" marL="0">
              <a:buNone/>
            </a:pPr>
            <a:r>
              <a:rPr lang="en-US" sz="1500" dirty="0">
                <a:solidFill>
                  <a:srgbClr val="FFFFFF"/>
                </a:solidFill>
                <a:latin typeface="Segoe UI Semibold" pitchFamily="34" charset="0"/>
                <a:ea typeface="Segoe UI Semibold" pitchFamily="34" charset="-122"/>
                <a:cs typeface="Segoe UI Semibold" pitchFamily="34" charset="-120"/>
              </a:rPr>
              <a:t>PLAY</a:t>
            </a:r>
            <a:endParaRPr lang="en-US" sz="1500" dirty="0"/>
          </a:p>
        </p:txBody>
      </p:sp>
      <p:sp>
        <p:nvSpPr>
          <p:cNvPr id="14" name="rect-13"/>
          <p:cNvSpPr/>
          <p:nvPr/>
        </p:nvSpPr>
        <p:spPr>
          <a:xfrm>
            <a:off x="6446520" y="4617720"/>
            <a:ext cx="1783080" cy="566928"/>
          </a:xfrm>
          <a:prstGeom prst="roundRect">
            <a:avLst>
              <a:gd name="adj" fmla="val 50000"/>
            </a:avLst>
          </a:prstGeom>
          <a:solidFill>
            <a:srgbClr val="2B3350"/>
          </a:solidFill>
          <a:ln w="12700">
            <a:solidFill>
              <a:srgbClr val="3A4466"/>
            </a:solidFill>
            <a:prstDash val="solid"/>
          </a:ln>
        </p:spPr>
      </p:sp>
      <p:pic>
        <p:nvPicPr>
          <p:cNvPr id="15" name="image-14" descr="edit icon">    </p:cNvPr>
          <p:cNvPicPr>
            <a:picLocks noChangeAspect="1"/>
          </p:cNvPicPr>
          <p:nvPr/>
        </p:nvPicPr>
        <p:blipFill>
          <a:blip r:embed="rId3"/>
          <a:stretch>
            <a:fillRect/>
          </a:stretch>
        </p:blipFill>
        <p:spPr>
          <a:xfrm>
            <a:off x="6629400" y="4745736"/>
            <a:ext cx="310896" cy="310896"/>
          </a:xfrm>
          <a:prstGeom prst="rect">
            <a:avLst/>
          </a:prstGeom>
        </p:spPr>
      </p:pic>
      <p:sp>
        <p:nvSpPr>
          <p:cNvPr id="16" name="text-15"/>
          <p:cNvSpPr txBox="1"/>
          <p:nvPr/>
        </p:nvSpPr>
        <p:spPr>
          <a:xfrm>
            <a:off x="7050024" y="4617720"/>
            <a:ext cx="1097280" cy="566928"/>
          </a:xfrm>
          <a:prstGeom prst="rect">
            <a:avLst/>
          </a:prstGeom>
          <a:noFill/>
          <a:ln/>
        </p:spPr>
        <p:txBody>
          <a:bodyPr wrap="square" lIns="0" tIns="0" rIns="0" bIns="0" rtlCol="0" anchor="ctr"/>
          <a:lstStyle/>
          <a:p>
            <a:pPr algn="l" indent="0" marL="0">
              <a:buNone/>
            </a:pPr>
            <a:r>
              <a:rPr lang="en-US" sz="1500" dirty="0">
                <a:solidFill>
                  <a:srgbClr val="FFFFFF"/>
                </a:solidFill>
                <a:latin typeface="Segoe UI Semibold" pitchFamily="34" charset="0"/>
                <a:ea typeface="Segoe UI Semibold" pitchFamily="34" charset="-122"/>
                <a:cs typeface="Segoe UI Semibold" pitchFamily="34" charset="-120"/>
              </a:rPr>
              <a:t>EDIT</a:t>
            </a:r>
            <a:endParaRPr lang="en-US" sz="1500" dirty="0"/>
          </a:p>
        </p:txBody>
      </p:sp>
      <p:sp>
        <p:nvSpPr>
          <p:cNvPr id="17" name="rect-16"/>
          <p:cNvSpPr/>
          <p:nvPr/>
        </p:nvSpPr>
        <p:spPr>
          <a:xfrm>
            <a:off x="8458200" y="4617720"/>
            <a:ext cx="1783080" cy="566928"/>
          </a:xfrm>
          <a:prstGeom prst="roundRect">
            <a:avLst>
              <a:gd name="adj" fmla="val 50000"/>
            </a:avLst>
          </a:prstGeom>
          <a:solidFill>
            <a:srgbClr val="2B3350"/>
          </a:solidFill>
          <a:ln w="12700">
            <a:solidFill>
              <a:srgbClr val="3A4466"/>
            </a:solidFill>
            <a:prstDash val="solid"/>
          </a:ln>
        </p:spPr>
      </p:sp>
      <p:pic>
        <p:nvPicPr>
          <p:cNvPr id="18" name="image-17" descr="report icon">    </p:cNvPr>
          <p:cNvPicPr>
            <a:picLocks noChangeAspect="1"/>
          </p:cNvPicPr>
          <p:nvPr/>
        </p:nvPicPr>
        <p:blipFill>
          <a:blip r:embed="rId4"/>
          <a:stretch>
            <a:fillRect/>
          </a:stretch>
        </p:blipFill>
        <p:spPr>
          <a:xfrm>
            <a:off x="8641080" y="4745736"/>
            <a:ext cx="310896" cy="310896"/>
          </a:xfrm>
          <a:prstGeom prst="rect">
            <a:avLst/>
          </a:prstGeom>
        </p:spPr>
      </p:pic>
      <p:sp>
        <p:nvSpPr>
          <p:cNvPr id="19" name="text-18"/>
          <p:cNvSpPr txBox="1"/>
          <p:nvPr/>
        </p:nvSpPr>
        <p:spPr>
          <a:xfrm>
            <a:off x="9061704" y="4617720"/>
            <a:ext cx="1097280" cy="566928"/>
          </a:xfrm>
          <a:prstGeom prst="rect">
            <a:avLst/>
          </a:prstGeom>
          <a:noFill/>
          <a:ln/>
        </p:spPr>
        <p:txBody>
          <a:bodyPr wrap="square" lIns="0" tIns="0" rIns="0" bIns="0" rtlCol="0" anchor="ctr"/>
          <a:lstStyle/>
          <a:p>
            <a:pPr algn="l" indent="0" marL="0">
              <a:buNone/>
            </a:pPr>
            <a:r>
              <a:rPr lang="en-US" sz="1500" dirty="0">
                <a:solidFill>
                  <a:srgbClr val="FFFFFF"/>
                </a:solidFill>
                <a:latin typeface="Segoe UI Semibold" pitchFamily="34" charset="0"/>
                <a:ea typeface="Segoe UI Semibold" pitchFamily="34" charset="-122"/>
                <a:cs typeface="Segoe UI Semibold" pitchFamily="34" charset="-120"/>
              </a:rPr>
              <a:t>REPORT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What rpabot does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OVERVIEW</a:t>
            </a:r>
            <a:endParaRPr lang="en-US" sz="1200" dirty="0"/>
          </a:p>
        </p:txBody>
      </p:sp>
      <p:sp>
        <p:nvSpPr>
          <p:cNvPr id="4" name="oval-5"/>
          <p:cNvSpPr/>
          <p:nvPr/>
        </p:nvSpPr>
        <p:spPr>
          <a:xfrm>
            <a:off x="548640" y="1600200"/>
            <a:ext cx="566928" cy="566928"/>
          </a:xfrm>
          <a:prstGeom prst="ellipse">
            <a:avLst/>
          </a:prstGeom>
          <a:solidFill>
            <a:srgbClr val="FDECEC"/>
          </a:solidFill>
          <a:ln/>
        </p:spPr>
      </p:sp>
      <p:pic>
        <p:nvPicPr>
          <p:cNvPr id="5" name="image-6" descr="rec icon">    </p:cNvPr>
          <p:cNvPicPr>
            <a:picLocks noChangeAspect="1"/>
          </p:cNvPicPr>
          <p:nvPr/>
        </p:nvPicPr>
        <p:blipFill>
          <a:blip r:embed="rId1"/>
          <a:stretch>
            <a:fillRect/>
          </a:stretch>
        </p:blipFill>
        <p:spPr>
          <a:xfrm>
            <a:off x="684703" y="1736263"/>
            <a:ext cx="294803" cy="294803"/>
          </a:xfrm>
          <a:prstGeom prst="rect">
            <a:avLst/>
          </a:prstGeom>
        </p:spPr>
      </p:pic>
      <p:sp>
        <p:nvSpPr>
          <p:cNvPr id="6" name="text-7"/>
          <p:cNvSpPr txBox="1"/>
          <p:nvPr/>
        </p:nvSpPr>
        <p:spPr>
          <a:xfrm>
            <a:off x="1316736" y="1563624"/>
            <a:ext cx="444398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Record once</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Do the task one time. rpabot saves every click, typed text and key press as a step.</a:t>
            </a:r>
            <a:endParaRPr lang="en-US" sz="1700" dirty="0"/>
          </a:p>
        </p:txBody>
      </p:sp>
      <p:sp>
        <p:nvSpPr>
          <p:cNvPr id="7" name="oval-8"/>
          <p:cNvSpPr/>
          <p:nvPr/>
        </p:nvSpPr>
        <p:spPr>
          <a:xfrm>
            <a:off x="548640" y="2770632"/>
            <a:ext cx="566928" cy="566928"/>
          </a:xfrm>
          <a:prstGeom prst="ellipse">
            <a:avLst/>
          </a:prstGeom>
          <a:solidFill>
            <a:srgbClr val="E8F7EE"/>
          </a:solidFill>
          <a:ln/>
        </p:spPr>
      </p:sp>
      <p:pic>
        <p:nvPicPr>
          <p:cNvPr id="8" name="image-9" descr="play icon">    </p:cNvPr>
          <p:cNvPicPr>
            <a:picLocks noChangeAspect="1"/>
          </p:cNvPicPr>
          <p:nvPr/>
        </p:nvPicPr>
        <p:blipFill>
          <a:blip r:embed="rId2"/>
          <a:stretch>
            <a:fillRect/>
          </a:stretch>
        </p:blipFill>
        <p:spPr>
          <a:xfrm>
            <a:off x="684703" y="2906695"/>
            <a:ext cx="294803" cy="294803"/>
          </a:xfrm>
          <a:prstGeom prst="rect">
            <a:avLst/>
          </a:prstGeom>
        </p:spPr>
      </p:pic>
      <p:sp>
        <p:nvSpPr>
          <p:cNvPr id="9" name="text-10"/>
          <p:cNvSpPr txBox="1"/>
          <p:nvPr/>
        </p:nvSpPr>
        <p:spPr>
          <a:xfrm>
            <a:off x="1316736" y="2734056"/>
            <a:ext cx="444398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Play back, row by row</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It repeats the steps with the real mouse and keyboard, once per row of an Excel or CSV file.</a:t>
            </a:r>
            <a:endParaRPr lang="en-US" sz="1700" dirty="0"/>
          </a:p>
        </p:txBody>
      </p:sp>
      <p:sp>
        <p:nvSpPr>
          <p:cNvPr id="10" name="oval-11"/>
          <p:cNvSpPr/>
          <p:nvPr/>
        </p:nvSpPr>
        <p:spPr>
          <a:xfrm>
            <a:off x="548640" y="3941064"/>
            <a:ext cx="566928" cy="566928"/>
          </a:xfrm>
          <a:prstGeom prst="ellipse">
            <a:avLst/>
          </a:prstGeom>
          <a:solidFill>
            <a:srgbClr val="E3F6F4"/>
          </a:solidFill>
          <a:ln/>
        </p:spPr>
      </p:sp>
      <p:pic>
        <p:nvPicPr>
          <p:cNvPr id="11" name="image-12" descr="search icon">    </p:cNvPr>
          <p:cNvPicPr>
            <a:picLocks noChangeAspect="1"/>
          </p:cNvPicPr>
          <p:nvPr/>
        </p:nvPicPr>
        <p:blipFill>
          <a:blip r:embed="rId3"/>
          <a:stretch>
            <a:fillRect/>
          </a:stretch>
        </p:blipFill>
        <p:spPr>
          <a:xfrm>
            <a:off x="684703" y="4077127"/>
            <a:ext cx="294803" cy="294803"/>
          </a:xfrm>
          <a:prstGeom prst="rect">
            <a:avLst/>
          </a:prstGeom>
        </p:spPr>
      </p:pic>
      <p:sp>
        <p:nvSpPr>
          <p:cNvPr id="12" name="text-13"/>
          <p:cNvSpPr txBox="1"/>
          <p:nvPr/>
        </p:nvSpPr>
        <p:spPr>
          <a:xfrm>
            <a:off x="1316736" y="3904488"/>
            <a:ext cx="444398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Check the screen (OCR)</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It can read a message such as “No results found” and skip that row safely.</a:t>
            </a:r>
            <a:endParaRPr lang="en-US" sz="1700" dirty="0"/>
          </a:p>
        </p:txBody>
      </p:sp>
      <p:sp>
        <p:nvSpPr>
          <p:cNvPr id="13" name="oval-14"/>
          <p:cNvSpPr/>
          <p:nvPr/>
        </p:nvSpPr>
        <p:spPr>
          <a:xfrm>
            <a:off x="548640" y="5111496"/>
            <a:ext cx="566928" cy="566928"/>
          </a:xfrm>
          <a:prstGeom prst="ellipse">
            <a:avLst/>
          </a:prstGeom>
          <a:solidFill>
            <a:srgbClr val="EAF2FE"/>
          </a:solidFill>
          <a:ln/>
        </p:spPr>
      </p:sp>
      <p:pic>
        <p:nvPicPr>
          <p:cNvPr id="14" name="image-15" descr="report icon">    </p:cNvPr>
          <p:cNvPicPr>
            <a:picLocks noChangeAspect="1"/>
          </p:cNvPicPr>
          <p:nvPr/>
        </p:nvPicPr>
        <p:blipFill>
          <a:blip r:embed="rId4"/>
          <a:stretch>
            <a:fillRect/>
          </a:stretch>
        </p:blipFill>
        <p:spPr>
          <a:xfrm>
            <a:off x="684703" y="5247559"/>
            <a:ext cx="294803" cy="294803"/>
          </a:xfrm>
          <a:prstGeom prst="rect">
            <a:avLst/>
          </a:prstGeom>
        </p:spPr>
      </p:pic>
      <p:sp>
        <p:nvSpPr>
          <p:cNvPr id="15" name="text-16"/>
          <p:cNvSpPr txBox="1"/>
          <p:nvPr/>
        </p:nvSpPr>
        <p:spPr>
          <a:xfrm>
            <a:off x="1316736" y="5074920"/>
            <a:ext cx="444398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See exactly what it does</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Every recording has a clear step list and a readable report.</a:t>
            </a:r>
            <a:endParaRPr lang="en-US" sz="1700" dirty="0"/>
          </a:p>
        </p:txBody>
      </p:sp>
      <p:sp>
        <p:nvSpPr>
          <p:cNvPr id="16" name="rect-17"/>
          <p:cNvSpPr/>
          <p:nvPr/>
        </p:nvSpPr>
        <p:spPr>
          <a:xfrm>
            <a:off x="6108192" y="1673352"/>
            <a:ext cx="5614416" cy="3559559"/>
          </a:xfrm>
          <a:prstGeom prst="roundRect">
            <a:avLst>
              <a:gd name="adj" fmla="val 2569"/>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17" name="image-18" descr="rpabot home page with the recording cards">    </p:cNvPr>
          <p:cNvPicPr>
            <a:picLocks noChangeAspect="1"/>
          </p:cNvPicPr>
          <p:nvPr/>
        </p:nvPicPr>
        <p:blipFill>
          <a:blip r:embed="rId5"/>
          <a:stretch>
            <a:fillRect/>
          </a:stretch>
        </p:blipFill>
        <p:spPr>
          <a:xfrm>
            <a:off x="6172200" y="1737360"/>
            <a:ext cx="5486400" cy="3431543"/>
          </a:xfrm>
          <a:prstGeom prst="rect">
            <a:avLst/>
          </a:prstGeom>
        </p:spPr>
      </p:pic>
      <p:sp>
        <p:nvSpPr>
          <p:cNvPr id="18" name="text-19"/>
          <p:cNvSpPr txBox="1"/>
          <p:nvPr/>
        </p:nvSpPr>
        <p:spPr>
          <a:xfrm>
            <a:off x="6172200" y="5349240"/>
            <a:ext cx="5486400" cy="320040"/>
          </a:xfrm>
          <a:prstGeom prst="rect">
            <a:avLst/>
          </a:prstGeom>
          <a:noFill/>
          <a:ln/>
        </p:spPr>
        <p:txBody>
          <a:bodyPr wrap="square" lIns="0" tIns="0" rIns="0" bIns="0" rtlCol="0" anchor="t"/>
          <a:lstStyle/>
          <a:p>
            <a:pPr algn="l" indent="0" marL="0">
              <a:buNone/>
            </a:pPr>
            <a:r>
              <a:rPr lang="en-US" sz="1200" dirty="0">
                <a:solidFill>
                  <a:srgbClr val="5B6478"/>
                </a:solidFill>
                <a:latin typeface="Segoe UI" pitchFamily="34" charset="0"/>
                <a:ea typeface="Segoe UI" pitchFamily="34" charset="-122"/>
                <a:cs typeface="Segoe UI" pitchFamily="34" charset="-120"/>
              </a:rPr>
              <a:t>The rpabot home page: all your recordings in one place</a:t>
            </a:r>
            <a:endParaRPr lang="en-US" sz="12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When to use it, and when not</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OVERVIEW</a:t>
            </a:r>
            <a:endParaRPr lang="en-US" sz="1200" dirty="0"/>
          </a:p>
        </p:txBody>
      </p:sp>
      <p:sp>
        <p:nvSpPr>
          <p:cNvPr id="4" name="rect-5"/>
          <p:cNvSpPr/>
          <p:nvPr/>
        </p:nvSpPr>
        <p:spPr>
          <a:xfrm>
            <a:off x="548640" y="1508760"/>
            <a:ext cx="5394960" cy="3977640"/>
          </a:xfrm>
          <a:prstGeom prst="roundRect">
            <a:avLst>
              <a:gd name="adj" fmla="val 2759"/>
            </a:avLst>
          </a:prstGeom>
          <a:solidFill>
            <a:srgbClr val="E8F7EE"/>
          </a:solidFill>
          <a:ln w="12700">
            <a:solidFill>
              <a:srgbClr val="E8F7EE"/>
            </a:solidFill>
            <a:prstDash val="solid"/>
          </a:ln>
        </p:spPr>
      </p:sp>
      <p:sp>
        <p:nvSpPr>
          <p:cNvPr id="5" name="oval-6"/>
          <p:cNvSpPr/>
          <p:nvPr/>
        </p:nvSpPr>
        <p:spPr>
          <a:xfrm>
            <a:off x="868680" y="1783080"/>
            <a:ext cx="566928" cy="566928"/>
          </a:xfrm>
          <a:prstGeom prst="ellipse">
            <a:avLst/>
          </a:prstGeom>
          <a:solidFill>
            <a:srgbClr val="FFFFFF"/>
          </a:solidFill>
          <a:ln/>
        </p:spPr>
      </p:sp>
      <p:pic>
        <p:nvPicPr>
          <p:cNvPr id="6" name="image-7" descr="check icon">    </p:cNvPr>
          <p:cNvPicPr>
            <a:picLocks noChangeAspect="1"/>
          </p:cNvPicPr>
          <p:nvPr/>
        </p:nvPicPr>
        <p:blipFill>
          <a:blip r:embed="rId1"/>
          <a:stretch>
            <a:fillRect/>
          </a:stretch>
        </p:blipFill>
        <p:spPr>
          <a:xfrm>
            <a:off x="1004743" y="1919143"/>
            <a:ext cx="294803" cy="294803"/>
          </a:xfrm>
          <a:prstGeom prst="rect">
            <a:avLst/>
          </a:prstGeom>
        </p:spPr>
      </p:pic>
      <p:sp>
        <p:nvSpPr>
          <p:cNvPr id="7" name="text-8"/>
          <p:cNvSpPr txBox="1"/>
          <p:nvPr/>
        </p:nvSpPr>
        <p:spPr>
          <a:xfrm>
            <a:off x="1600200" y="1810512"/>
            <a:ext cx="4023360" cy="548640"/>
          </a:xfrm>
          <a:prstGeom prst="rect">
            <a:avLst/>
          </a:prstGeom>
          <a:noFill/>
          <a:ln/>
        </p:spPr>
        <p:txBody>
          <a:bodyPr wrap="square" lIns="0" tIns="0" rIns="0" bIns="0" rtlCol="0" anchor="ctr"/>
          <a:lstStyle/>
          <a:p>
            <a:pPr algn="l" indent="0" marL="0">
              <a:buNone/>
            </a:pPr>
            <a:r>
              <a:rPr lang="en-US" sz="2200" dirty="0">
                <a:solidFill>
                  <a:srgbClr val="16A34A"/>
                </a:solidFill>
                <a:latin typeface="Segoe UI Semibold" pitchFamily="34" charset="0"/>
                <a:ea typeface="Segoe UI Semibold" pitchFamily="34" charset="-122"/>
                <a:cs typeface="Segoe UI Semibold" pitchFamily="34" charset="-120"/>
              </a:rPr>
              <a:t>Good fit</a:t>
            </a:r>
            <a:endParaRPr lang="en-US" sz="2200" dirty="0"/>
          </a:p>
        </p:txBody>
      </p:sp>
      <p:sp>
        <p:nvSpPr>
          <p:cNvPr id="8" name="text-9"/>
          <p:cNvSpPr txBox="1"/>
          <p:nvPr/>
        </p:nvSpPr>
        <p:spPr>
          <a:xfrm>
            <a:off x="914400" y="2606040"/>
            <a:ext cx="4754880" cy="2743200"/>
          </a:xfrm>
          <a:prstGeom prst="rect">
            <a:avLst/>
          </a:prstGeom>
          <a:noFill/>
          <a:ln/>
        </p:spPr>
        <p:txBody>
          <a:bodyPr wrap="square" lIns="0" tIns="0" rIns="0" bIns="0" rtlCol="0" anchor="t"/>
          <a:lstStyle/>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The same steps, repeated many times: data entry, uploads, forms</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Values come from an Excel or CSV list</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Screens and page layout stay the same every time</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You can test it once and check the result</a:t>
            </a:r>
            <a:endParaRPr lang="en-US" sz="1500" dirty="0"/>
          </a:p>
        </p:txBody>
      </p:sp>
      <p:sp>
        <p:nvSpPr>
          <p:cNvPr id="9" name="rect-10"/>
          <p:cNvSpPr/>
          <p:nvPr/>
        </p:nvSpPr>
        <p:spPr>
          <a:xfrm>
            <a:off x="6263640" y="1508760"/>
            <a:ext cx="5394960" cy="3977640"/>
          </a:xfrm>
          <a:prstGeom prst="roundRect">
            <a:avLst>
              <a:gd name="adj" fmla="val 2759"/>
            </a:avLst>
          </a:prstGeom>
          <a:solidFill>
            <a:srgbClr val="FDECEC"/>
          </a:solidFill>
          <a:ln w="12700">
            <a:solidFill>
              <a:srgbClr val="FDECEC"/>
            </a:solidFill>
            <a:prstDash val="solid"/>
          </a:ln>
        </p:spPr>
      </p:sp>
      <p:sp>
        <p:nvSpPr>
          <p:cNvPr id="10" name="oval-11"/>
          <p:cNvSpPr/>
          <p:nvPr/>
        </p:nvSpPr>
        <p:spPr>
          <a:xfrm>
            <a:off x="6583680" y="1783080"/>
            <a:ext cx="566928" cy="566928"/>
          </a:xfrm>
          <a:prstGeom prst="ellipse">
            <a:avLst/>
          </a:prstGeom>
          <a:solidFill>
            <a:srgbClr val="FFFFFF"/>
          </a:solidFill>
          <a:ln/>
        </p:spPr>
      </p:sp>
      <p:pic>
        <p:nvPicPr>
          <p:cNvPr id="11" name="image-12" descr="close icon">    </p:cNvPr>
          <p:cNvPicPr>
            <a:picLocks noChangeAspect="1"/>
          </p:cNvPicPr>
          <p:nvPr/>
        </p:nvPicPr>
        <p:blipFill>
          <a:blip r:embed="rId2"/>
          <a:stretch>
            <a:fillRect/>
          </a:stretch>
        </p:blipFill>
        <p:spPr>
          <a:xfrm>
            <a:off x="6719743" y="1919143"/>
            <a:ext cx="294803" cy="294803"/>
          </a:xfrm>
          <a:prstGeom prst="rect">
            <a:avLst/>
          </a:prstGeom>
        </p:spPr>
      </p:pic>
      <p:sp>
        <p:nvSpPr>
          <p:cNvPr id="12" name="text-13"/>
          <p:cNvSpPr txBox="1"/>
          <p:nvPr/>
        </p:nvSpPr>
        <p:spPr>
          <a:xfrm>
            <a:off x="7315200" y="1810512"/>
            <a:ext cx="4023360" cy="548640"/>
          </a:xfrm>
          <a:prstGeom prst="rect">
            <a:avLst/>
          </a:prstGeom>
          <a:noFill/>
          <a:ln/>
        </p:spPr>
        <p:txBody>
          <a:bodyPr wrap="square" lIns="0" tIns="0" rIns="0" bIns="0" rtlCol="0" anchor="ctr"/>
          <a:lstStyle/>
          <a:p>
            <a:pPr algn="l" indent="0" marL="0">
              <a:buNone/>
            </a:pPr>
            <a:r>
              <a:rPr lang="en-US" sz="2200" dirty="0">
                <a:solidFill>
                  <a:srgbClr val="DC2626"/>
                </a:solidFill>
                <a:latin typeface="Segoe UI Semibold" pitchFamily="34" charset="0"/>
                <a:ea typeface="Segoe UI Semibold" pitchFamily="34" charset="-122"/>
                <a:cs typeface="Segoe UI Semibold" pitchFamily="34" charset="-120"/>
              </a:rPr>
              <a:t>Not a good fit</a:t>
            </a:r>
            <a:endParaRPr lang="en-US" sz="2200" dirty="0"/>
          </a:p>
        </p:txBody>
      </p:sp>
      <p:sp>
        <p:nvSpPr>
          <p:cNvPr id="13" name="text-14"/>
          <p:cNvSpPr txBox="1"/>
          <p:nvPr/>
        </p:nvSpPr>
        <p:spPr>
          <a:xfrm>
            <a:off x="6629400" y="2606040"/>
            <a:ext cx="4754880" cy="2743200"/>
          </a:xfrm>
          <a:prstGeom prst="rect">
            <a:avLst/>
          </a:prstGeom>
          <a:noFill/>
          <a:ln/>
        </p:spPr>
        <p:txBody>
          <a:bodyPr wrap="square" lIns="0" tIns="0" rIns="0" bIns="0" rtlCol="0" anchor="t"/>
          <a:lstStyle/>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Each case needs a human decision</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The page layout or window positions change often</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Payments, deletions or anything you can't undo, unless tested and guarded by an OCR check</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The PC will be locked or used by someone else while it plays</a:t>
            </a:r>
            <a:endParaRPr lang="en-US" sz="1500" dirty="0"/>
          </a:p>
        </p:txBody>
      </p:sp>
      <p:sp>
        <p:nvSpPr>
          <p:cNvPr id="14" name="rect-15"/>
          <p:cNvSpPr/>
          <p:nvPr/>
        </p:nvSpPr>
        <p:spPr>
          <a:xfrm>
            <a:off x="548640" y="5669280"/>
            <a:ext cx="11109960" cy="594360"/>
          </a:xfrm>
          <a:prstGeom prst="roundRect">
            <a:avLst>
              <a:gd name="adj" fmla="val 18462"/>
            </a:avLst>
          </a:prstGeom>
          <a:solidFill>
            <a:srgbClr val="EEF0FF"/>
          </a:solidFill>
          <a:ln w="12700">
            <a:solidFill>
              <a:srgbClr val="EEF0FF"/>
            </a:solidFill>
            <a:prstDash val="solid"/>
          </a:ln>
        </p:spPr>
      </p:sp>
      <p:sp>
        <p:nvSpPr>
          <p:cNvPr id="15" name="text-16"/>
          <p:cNvSpPr txBox="1"/>
          <p:nvPr/>
        </p:nvSpPr>
        <p:spPr>
          <a:xfrm>
            <a:off x="777240" y="5669280"/>
            <a:ext cx="10698480" cy="594360"/>
          </a:xfrm>
          <a:prstGeom prst="rect">
            <a:avLst/>
          </a:prstGeom>
          <a:noFill/>
          <a:ln/>
        </p:spPr>
        <p:txBody>
          <a:bodyPr wrap="square" lIns="0" tIns="0" rIns="0" bIns="0" rtlCol="0" anchor="ctr"/>
          <a:lstStyle/>
          <a:p>
            <a:pPr algn="l" indent="0" marL="0">
              <a:buNone/>
            </a:pPr>
            <a:r>
              <a:rPr lang="en-US" sz="1500" dirty="0">
                <a:solidFill>
                  <a:srgbClr val="3730A3"/>
                </a:solidFill>
                <a:latin typeface="Segoe UI Semibold" pitchFamily="34" charset="0"/>
                <a:ea typeface="Segoe UI Semibold" pitchFamily="34" charset="-122"/>
                <a:cs typeface="Segoe UI Semibold" pitchFamily="34" charset="-120"/>
              </a:rPr>
              <a:t>Rule of thumb:  </a:t>
            </a:r>
            <a:pPr algn="l" indent="0" marL="0">
              <a:buNone/>
            </a:pPr>
            <a:r>
              <a:rPr lang="en-US" sz="1500" dirty="0">
                <a:solidFill>
                  <a:srgbClr val="3730A3"/>
                </a:solidFill>
                <a:latin typeface="Segoe UI" pitchFamily="34" charset="0"/>
                <a:ea typeface="Segoe UI" pitchFamily="34" charset="-122"/>
                <a:cs typeface="Segoe UI" pitchFamily="34" charset="-120"/>
              </a:rPr>
              <a:t>if the task could be written as a fixed checklist, rpabot can probably do it.</a:t>
            </a:r>
            <a:endParaRPr lang="en-US" sz="15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The safe way to use rpabot: 10 steps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WORKFLOW</a:t>
            </a:r>
            <a:endParaRPr lang="en-US" sz="1200" dirty="0"/>
          </a:p>
        </p:txBody>
      </p:sp>
      <p:sp>
        <p:nvSpPr>
          <p:cNvPr id="4" name="rect-5"/>
          <p:cNvSpPr/>
          <p:nvPr/>
        </p:nvSpPr>
        <p:spPr>
          <a:xfrm>
            <a:off x="548640" y="1554480"/>
            <a:ext cx="2057400" cy="1691640"/>
          </a:xfrm>
          <a:prstGeom prst="roundRect">
            <a:avLst>
              <a:gd name="adj" fmla="val 6486"/>
            </a:avLst>
          </a:prstGeom>
          <a:solidFill>
            <a:srgbClr val="EEF0FF"/>
          </a:solidFill>
          <a:ln w="12700">
            <a:solidFill>
              <a:srgbClr val="EEF0FF"/>
            </a:solidFill>
            <a:prstDash val="solid"/>
          </a:ln>
        </p:spPr>
      </p:sp>
      <p:sp>
        <p:nvSpPr>
          <p:cNvPr id="5" name="oval-6"/>
          <p:cNvSpPr/>
          <p:nvPr/>
        </p:nvSpPr>
        <p:spPr>
          <a:xfrm>
            <a:off x="731520" y="1737360"/>
            <a:ext cx="457200" cy="457200"/>
          </a:xfrm>
          <a:prstGeom prst="ellipse">
            <a:avLst/>
          </a:prstGeom>
          <a:solidFill>
            <a:srgbClr val="4F46E5"/>
          </a:solidFill>
          <a:ln/>
        </p:spPr>
      </p:sp>
      <p:sp>
        <p:nvSpPr>
          <p:cNvPr id="6" name="text-7"/>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7" name="text-8"/>
          <p:cNvSpPr txBox="1"/>
          <p:nvPr/>
        </p:nvSpPr>
        <p:spPr>
          <a:xfrm>
            <a:off x="1298448" y="1773936"/>
            <a:ext cx="1234440" cy="384048"/>
          </a:xfrm>
          <a:prstGeom prst="rect">
            <a:avLst/>
          </a:prstGeom>
          <a:noFill/>
          <a:ln/>
        </p:spPr>
        <p:txBody>
          <a:bodyPr wrap="square" lIns="0" tIns="0" rIns="0" bIns="0" rtlCol="0" anchor="ctr"/>
          <a:lstStyle/>
          <a:p>
            <a:pPr algn="l" indent="0" marL="0">
              <a:buNone/>
            </a:pPr>
            <a:r>
              <a:rPr lang="en-US" sz="1100" dirty="0">
                <a:solidFill>
                  <a:srgbClr val="4F46E5"/>
                </a:solidFill>
                <a:latin typeface="Segoe UI Semibold" pitchFamily="34" charset="0"/>
                <a:ea typeface="Segoe UI Semibold" pitchFamily="34" charset="-122"/>
                <a:cs typeface="Segoe UI Semibold" pitchFamily="34" charset="-120"/>
              </a:rPr>
              <a:t>PREPARE</a:t>
            </a:r>
            <a:endParaRPr lang="en-US" sz="1100" dirty="0"/>
          </a:p>
        </p:txBody>
      </p:sp>
      <p:sp>
        <p:nvSpPr>
          <p:cNvPr id="8" name="text-9"/>
          <p:cNvSpPr txBox="1"/>
          <p:nvPr/>
        </p:nvSpPr>
        <p:spPr>
          <a:xfrm>
            <a:off x="731520" y="233172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Open the pages and the data you need</a:t>
            </a:r>
            <a:endParaRPr lang="en-US" sz="1500" dirty="0"/>
          </a:p>
        </p:txBody>
      </p:sp>
      <p:sp>
        <p:nvSpPr>
          <p:cNvPr id="9" name="line-10"/>
          <p:cNvSpPr/>
          <p:nvPr/>
        </p:nvSpPr>
        <p:spPr>
          <a:xfrm>
            <a:off x="2633472" y="2400300"/>
            <a:ext cx="150876" cy="0"/>
          </a:xfrm>
          <a:prstGeom prst="line">
            <a:avLst/>
          </a:prstGeom>
          <a:noFill/>
          <a:ln w="19050">
            <a:solidFill>
              <a:srgbClr val="5B6478"/>
            </a:solidFill>
            <a:prstDash val="solid"/>
            <a:tailEnd type="triangle"/>
          </a:ln>
        </p:spPr>
      </p:sp>
      <p:sp>
        <p:nvSpPr>
          <p:cNvPr id="10" name="rect-11"/>
          <p:cNvSpPr/>
          <p:nvPr/>
        </p:nvSpPr>
        <p:spPr>
          <a:xfrm>
            <a:off x="2811780" y="1554480"/>
            <a:ext cx="2057400" cy="1691640"/>
          </a:xfrm>
          <a:prstGeom prst="roundRect">
            <a:avLst>
              <a:gd name="adj" fmla="val 6486"/>
            </a:avLst>
          </a:prstGeom>
          <a:solidFill>
            <a:srgbClr val="EEF0FF"/>
          </a:solidFill>
          <a:ln w="12700">
            <a:solidFill>
              <a:srgbClr val="EEF0FF"/>
            </a:solidFill>
            <a:prstDash val="solid"/>
          </a:ln>
        </p:spPr>
      </p:sp>
      <p:sp>
        <p:nvSpPr>
          <p:cNvPr id="11" name="oval-12"/>
          <p:cNvSpPr/>
          <p:nvPr/>
        </p:nvSpPr>
        <p:spPr>
          <a:xfrm>
            <a:off x="2994660" y="1737360"/>
            <a:ext cx="457200" cy="457200"/>
          </a:xfrm>
          <a:prstGeom prst="ellipse">
            <a:avLst/>
          </a:prstGeom>
          <a:solidFill>
            <a:srgbClr val="4F46E5"/>
          </a:solidFill>
          <a:ln/>
        </p:spPr>
      </p:sp>
      <p:sp>
        <p:nvSpPr>
          <p:cNvPr id="12" name="text-13"/>
          <p:cNvSpPr txBox="1"/>
          <p:nvPr/>
        </p:nvSpPr>
        <p:spPr>
          <a:xfrm>
            <a:off x="2994660" y="173736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3" name="text-14"/>
          <p:cNvSpPr txBox="1"/>
          <p:nvPr/>
        </p:nvSpPr>
        <p:spPr>
          <a:xfrm>
            <a:off x="3561588" y="1773936"/>
            <a:ext cx="1234440" cy="384048"/>
          </a:xfrm>
          <a:prstGeom prst="rect">
            <a:avLst/>
          </a:prstGeom>
          <a:noFill/>
          <a:ln/>
        </p:spPr>
        <p:txBody>
          <a:bodyPr wrap="square" lIns="0" tIns="0" rIns="0" bIns="0" rtlCol="0" anchor="ctr"/>
          <a:lstStyle/>
          <a:p>
            <a:pPr algn="l" indent="0" marL="0">
              <a:buNone/>
            </a:pPr>
            <a:r>
              <a:rPr lang="en-US" sz="1100" dirty="0">
                <a:solidFill>
                  <a:srgbClr val="4F46E5"/>
                </a:solidFill>
                <a:latin typeface="Segoe UI Semibold" pitchFamily="34" charset="0"/>
                <a:ea typeface="Segoe UI Semibold" pitchFamily="34" charset="-122"/>
                <a:cs typeface="Segoe UI Semibold" pitchFamily="34" charset="-120"/>
              </a:rPr>
              <a:t>PREPARE</a:t>
            </a:r>
            <a:endParaRPr lang="en-US" sz="1100" dirty="0"/>
          </a:p>
        </p:txBody>
      </p:sp>
      <p:sp>
        <p:nvSpPr>
          <p:cNvPr id="14" name="text-15"/>
          <p:cNvSpPr txBox="1"/>
          <p:nvPr/>
        </p:nvSpPr>
        <p:spPr>
          <a:xfrm>
            <a:off x="2994660" y="233172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Arrange tabs and windows</a:t>
            </a:r>
            <a:endParaRPr lang="en-US" sz="1500" dirty="0"/>
          </a:p>
        </p:txBody>
      </p:sp>
      <p:sp>
        <p:nvSpPr>
          <p:cNvPr id="15" name="line-16"/>
          <p:cNvSpPr/>
          <p:nvPr/>
        </p:nvSpPr>
        <p:spPr>
          <a:xfrm>
            <a:off x="4896612" y="2400300"/>
            <a:ext cx="150876" cy="0"/>
          </a:xfrm>
          <a:prstGeom prst="line">
            <a:avLst/>
          </a:prstGeom>
          <a:noFill/>
          <a:ln w="19050">
            <a:solidFill>
              <a:srgbClr val="5B6478"/>
            </a:solidFill>
            <a:prstDash val="solid"/>
            <a:tailEnd type="triangle"/>
          </a:ln>
        </p:spPr>
      </p:sp>
      <p:sp>
        <p:nvSpPr>
          <p:cNvPr id="16" name="rect-17"/>
          <p:cNvSpPr/>
          <p:nvPr/>
        </p:nvSpPr>
        <p:spPr>
          <a:xfrm>
            <a:off x="5074920" y="1554480"/>
            <a:ext cx="2057400" cy="1691640"/>
          </a:xfrm>
          <a:prstGeom prst="roundRect">
            <a:avLst>
              <a:gd name="adj" fmla="val 6486"/>
            </a:avLst>
          </a:prstGeom>
          <a:solidFill>
            <a:srgbClr val="FDECEC"/>
          </a:solidFill>
          <a:ln w="12700">
            <a:solidFill>
              <a:srgbClr val="FDECEC"/>
            </a:solidFill>
            <a:prstDash val="solid"/>
          </a:ln>
        </p:spPr>
      </p:sp>
      <p:sp>
        <p:nvSpPr>
          <p:cNvPr id="17" name="oval-18"/>
          <p:cNvSpPr/>
          <p:nvPr/>
        </p:nvSpPr>
        <p:spPr>
          <a:xfrm>
            <a:off x="5257800" y="1737360"/>
            <a:ext cx="457200" cy="457200"/>
          </a:xfrm>
          <a:prstGeom prst="ellipse">
            <a:avLst/>
          </a:prstGeom>
          <a:solidFill>
            <a:srgbClr val="E5484D"/>
          </a:solidFill>
          <a:ln/>
        </p:spPr>
      </p:sp>
      <p:sp>
        <p:nvSpPr>
          <p:cNvPr id="18" name="text-19"/>
          <p:cNvSpPr txBox="1"/>
          <p:nvPr/>
        </p:nvSpPr>
        <p:spPr>
          <a:xfrm>
            <a:off x="5257800" y="173736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9" name="text-20"/>
          <p:cNvSpPr txBox="1"/>
          <p:nvPr/>
        </p:nvSpPr>
        <p:spPr>
          <a:xfrm>
            <a:off x="5824728" y="1773936"/>
            <a:ext cx="1234440" cy="384048"/>
          </a:xfrm>
          <a:prstGeom prst="rect">
            <a:avLst/>
          </a:prstGeom>
          <a:noFill/>
          <a:ln/>
        </p:spPr>
        <p:txBody>
          <a:bodyPr wrap="square" lIns="0" tIns="0" rIns="0" bIns="0" rtlCol="0" anchor="ctr"/>
          <a:lstStyle/>
          <a:p>
            <a:pPr algn="l" indent="0" marL="0">
              <a:buNone/>
            </a:pPr>
            <a:r>
              <a:rPr lang="en-US" sz="1100" dirty="0">
                <a:solidFill>
                  <a:srgbClr val="E5484D"/>
                </a:solidFill>
                <a:latin typeface="Segoe UI Semibold" pitchFamily="34" charset="0"/>
                <a:ea typeface="Segoe UI Semibold" pitchFamily="34" charset="-122"/>
                <a:cs typeface="Segoe UI Semibold" pitchFamily="34" charset="-120"/>
              </a:rPr>
              <a:t>RECORD</a:t>
            </a:r>
            <a:endParaRPr lang="en-US" sz="1100" dirty="0"/>
          </a:p>
        </p:txBody>
      </p:sp>
      <p:sp>
        <p:nvSpPr>
          <p:cNvPr id="20" name="text-21"/>
          <p:cNvSpPr txBox="1"/>
          <p:nvPr/>
        </p:nvSpPr>
        <p:spPr>
          <a:xfrm>
            <a:off x="5257800" y="233172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Record the task once</a:t>
            </a:r>
            <a:endParaRPr lang="en-US" sz="1500" dirty="0"/>
          </a:p>
        </p:txBody>
      </p:sp>
      <p:sp>
        <p:nvSpPr>
          <p:cNvPr id="21" name="line-22"/>
          <p:cNvSpPr/>
          <p:nvPr/>
        </p:nvSpPr>
        <p:spPr>
          <a:xfrm>
            <a:off x="7159752" y="2400300"/>
            <a:ext cx="150876" cy="0"/>
          </a:xfrm>
          <a:prstGeom prst="line">
            <a:avLst/>
          </a:prstGeom>
          <a:noFill/>
          <a:ln w="19050">
            <a:solidFill>
              <a:srgbClr val="5B6478"/>
            </a:solidFill>
            <a:prstDash val="solid"/>
            <a:tailEnd type="triangle"/>
          </a:ln>
        </p:spPr>
      </p:sp>
      <p:sp>
        <p:nvSpPr>
          <p:cNvPr id="22" name="rect-23"/>
          <p:cNvSpPr/>
          <p:nvPr/>
        </p:nvSpPr>
        <p:spPr>
          <a:xfrm>
            <a:off x="7338060" y="1554480"/>
            <a:ext cx="2057400" cy="1691640"/>
          </a:xfrm>
          <a:prstGeom prst="roundRect">
            <a:avLst>
              <a:gd name="adj" fmla="val 6486"/>
            </a:avLst>
          </a:prstGeom>
          <a:solidFill>
            <a:srgbClr val="FEF5E2"/>
          </a:solidFill>
          <a:ln w="12700">
            <a:solidFill>
              <a:srgbClr val="FEF5E2"/>
            </a:solidFill>
            <a:prstDash val="solid"/>
          </a:ln>
        </p:spPr>
      </p:sp>
      <p:sp>
        <p:nvSpPr>
          <p:cNvPr id="23" name="oval-24"/>
          <p:cNvSpPr/>
          <p:nvPr/>
        </p:nvSpPr>
        <p:spPr>
          <a:xfrm>
            <a:off x="7520940" y="1737360"/>
            <a:ext cx="457200" cy="457200"/>
          </a:xfrm>
          <a:prstGeom prst="ellipse">
            <a:avLst/>
          </a:prstGeom>
          <a:solidFill>
            <a:srgbClr val="D97706"/>
          </a:solidFill>
          <a:ln/>
        </p:spPr>
      </p:sp>
      <p:sp>
        <p:nvSpPr>
          <p:cNvPr id="24" name="text-25"/>
          <p:cNvSpPr txBox="1"/>
          <p:nvPr/>
        </p:nvSpPr>
        <p:spPr>
          <a:xfrm>
            <a:off x="7520940" y="173736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5" name="text-26"/>
          <p:cNvSpPr txBox="1"/>
          <p:nvPr/>
        </p:nvSpPr>
        <p:spPr>
          <a:xfrm>
            <a:off x="8087868" y="1773936"/>
            <a:ext cx="1234440" cy="384048"/>
          </a:xfrm>
          <a:prstGeom prst="rect">
            <a:avLst/>
          </a:prstGeom>
          <a:noFill/>
          <a:ln/>
        </p:spPr>
        <p:txBody>
          <a:bodyPr wrap="square" lIns="0" tIns="0" rIns="0" bIns="0" rtlCol="0" anchor="ctr"/>
          <a:lstStyle/>
          <a:p>
            <a:pPr algn="l" indent="0" marL="0">
              <a:buNone/>
            </a:pPr>
            <a:r>
              <a:rPr lang="en-US" sz="1100" dirty="0">
                <a:solidFill>
                  <a:srgbClr val="D97706"/>
                </a:solidFill>
                <a:latin typeface="Segoe UI Semibold" pitchFamily="34" charset="0"/>
                <a:ea typeface="Segoe UI Semibold" pitchFamily="34" charset="-122"/>
                <a:cs typeface="Segoe UI Semibold" pitchFamily="34" charset="-120"/>
              </a:rPr>
              <a:t>REVIEW</a:t>
            </a:r>
            <a:endParaRPr lang="en-US" sz="1100" dirty="0"/>
          </a:p>
        </p:txBody>
      </p:sp>
      <p:sp>
        <p:nvSpPr>
          <p:cNvPr id="26" name="text-27"/>
          <p:cNvSpPr txBox="1"/>
          <p:nvPr/>
        </p:nvSpPr>
        <p:spPr>
          <a:xfrm>
            <a:off x="7520940" y="233172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Review and delete extra steps</a:t>
            </a:r>
            <a:endParaRPr lang="en-US" sz="1500" dirty="0"/>
          </a:p>
        </p:txBody>
      </p:sp>
      <p:sp>
        <p:nvSpPr>
          <p:cNvPr id="27" name="line-28"/>
          <p:cNvSpPr/>
          <p:nvPr/>
        </p:nvSpPr>
        <p:spPr>
          <a:xfrm>
            <a:off x="9422892" y="2400300"/>
            <a:ext cx="150876" cy="0"/>
          </a:xfrm>
          <a:prstGeom prst="line">
            <a:avLst/>
          </a:prstGeom>
          <a:noFill/>
          <a:ln w="19050">
            <a:solidFill>
              <a:srgbClr val="5B6478"/>
            </a:solidFill>
            <a:prstDash val="solid"/>
            <a:tailEnd type="triangle"/>
          </a:ln>
        </p:spPr>
      </p:sp>
      <p:sp>
        <p:nvSpPr>
          <p:cNvPr id="28" name="rect-29"/>
          <p:cNvSpPr/>
          <p:nvPr/>
        </p:nvSpPr>
        <p:spPr>
          <a:xfrm>
            <a:off x="9601200" y="1554480"/>
            <a:ext cx="2057400" cy="1691640"/>
          </a:xfrm>
          <a:prstGeom prst="roundRect">
            <a:avLst>
              <a:gd name="adj" fmla="val 6486"/>
            </a:avLst>
          </a:prstGeom>
          <a:solidFill>
            <a:srgbClr val="EEF0FF"/>
          </a:solidFill>
          <a:ln w="12700">
            <a:solidFill>
              <a:srgbClr val="EEF0FF"/>
            </a:solidFill>
            <a:prstDash val="solid"/>
          </a:ln>
        </p:spPr>
      </p:sp>
      <p:sp>
        <p:nvSpPr>
          <p:cNvPr id="29" name="oval-30"/>
          <p:cNvSpPr/>
          <p:nvPr/>
        </p:nvSpPr>
        <p:spPr>
          <a:xfrm>
            <a:off x="9784080" y="1737360"/>
            <a:ext cx="457200" cy="457200"/>
          </a:xfrm>
          <a:prstGeom prst="ellipse">
            <a:avLst/>
          </a:prstGeom>
          <a:solidFill>
            <a:srgbClr val="4F46E5"/>
          </a:solidFill>
          <a:ln/>
        </p:spPr>
      </p:sp>
      <p:sp>
        <p:nvSpPr>
          <p:cNvPr id="30" name="text-31"/>
          <p:cNvSpPr txBox="1"/>
          <p:nvPr/>
        </p:nvSpPr>
        <p:spPr>
          <a:xfrm>
            <a:off x="9784080" y="173736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5</a:t>
            </a:r>
            <a:endParaRPr lang="en-US" sz="1600" dirty="0"/>
          </a:p>
        </p:txBody>
      </p:sp>
      <p:sp>
        <p:nvSpPr>
          <p:cNvPr id="31" name="text-32"/>
          <p:cNvSpPr txBox="1"/>
          <p:nvPr/>
        </p:nvSpPr>
        <p:spPr>
          <a:xfrm>
            <a:off x="10351008" y="1773936"/>
            <a:ext cx="1234440" cy="384048"/>
          </a:xfrm>
          <a:prstGeom prst="rect">
            <a:avLst/>
          </a:prstGeom>
          <a:noFill/>
          <a:ln/>
        </p:spPr>
        <p:txBody>
          <a:bodyPr wrap="square" lIns="0" tIns="0" rIns="0" bIns="0" rtlCol="0" anchor="ctr"/>
          <a:lstStyle/>
          <a:p>
            <a:pPr algn="l" indent="0" marL="0">
              <a:buNone/>
            </a:pPr>
            <a:r>
              <a:rPr lang="en-US" sz="1100" dirty="0">
                <a:solidFill>
                  <a:srgbClr val="4F46E5"/>
                </a:solidFill>
                <a:latin typeface="Segoe UI Semibold" pitchFamily="34" charset="0"/>
                <a:ea typeface="Segoe UI Semibold" pitchFamily="34" charset="-122"/>
                <a:cs typeface="Segoe UI Semibold" pitchFamily="34" charset="-120"/>
              </a:rPr>
              <a:t>PREPARE</a:t>
            </a:r>
            <a:endParaRPr lang="en-US" sz="1100" dirty="0"/>
          </a:p>
        </p:txBody>
      </p:sp>
      <p:sp>
        <p:nvSpPr>
          <p:cNvPr id="32" name="text-33"/>
          <p:cNvSpPr txBox="1"/>
          <p:nvPr/>
        </p:nvSpPr>
        <p:spPr>
          <a:xfrm>
            <a:off x="9784080" y="233172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Check tab, window, page and focus</a:t>
            </a:r>
            <a:endParaRPr lang="en-US" sz="1500" dirty="0"/>
          </a:p>
        </p:txBody>
      </p:sp>
      <p:sp>
        <p:nvSpPr>
          <p:cNvPr id="33" name="rect-34"/>
          <p:cNvSpPr/>
          <p:nvPr/>
        </p:nvSpPr>
        <p:spPr>
          <a:xfrm>
            <a:off x="548640" y="3657600"/>
            <a:ext cx="2057400" cy="1691640"/>
          </a:xfrm>
          <a:prstGeom prst="roundRect">
            <a:avLst>
              <a:gd name="adj" fmla="val 6486"/>
            </a:avLst>
          </a:prstGeom>
          <a:solidFill>
            <a:srgbClr val="E8F7EE"/>
          </a:solidFill>
          <a:ln w="12700">
            <a:solidFill>
              <a:srgbClr val="E8F7EE"/>
            </a:solidFill>
            <a:prstDash val="solid"/>
          </a:ln>
        </p:spPr>
      </p:sp>
      <p:sp>
        <p:nvSpPr>
          <p:cNvPr id="34" name="oval-35"/>
          <p:cNvSpPr/>
          <p:nvPr/>
        </p:nvSpPr>
        <p:spPr>
          <a:xfrm>
            <a:off x="731520" y="3840480"/>
            <a:ext cx="457200" cy="457200"/>
          </a:xfrm>
          <a:prstGeom prst="ellipse">
            <a:avLst/>
          </a:prstGeom>
          <a:solidFill>
            <a:srgbClr val="16A34A"/>
          </a:solidFill>
          <a:ln/>
        </p:spPr>
      </p:sp>
      <p:sp>
        <p:nvSpPr>
          <p:cNvPr id="35" name="text-36"/>
          <p:cNvSpPr txBox="1"/>
          <p:nvPr/>
        </p:nvSpPr>
        <p:spPr>
          <a:xfrm>
            <a:off x="731520" y="384048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6</a:t>
            </a:r>
            <a:endParaRPr lang="en-US" sz="1600" dirty="0"/>
          </a:p>
        </p:txBody>
      </p:sp>
      <p:sp>
        <p:nvSpPr>
          <p:cNvPr id="36" name="text-37"/>
          <p:cNvSpPr txBox="1"/>
          <p:nvPr/>
        </p:nvSpPr>
        <p:spPr>
          <a:xfrm>
            <a:off x="1298448" y="3877056"/>
            <a:ext cx="1234440" cy="384048"/>
          </a:xfrm>
          <a:prstGeom prst="rect">
            <a:avLst/>
          </a:prstGeom>
          <a:noFill/>
          <a:ln/>
        </p:spPr>
        <p:txBody>
          <a:bodyPr wrap="square" lIns="0" tIns="0" rIns="0" bIns="0" rtlCol="0" anchor="ctr"/>
          <a:lstStyle/>
          <a:p>
            <a:pPr algn="l" indent="0" marL="0">
              <a:buNone/>
            </a:pPr>
            <a:r>
              <a:rPr lang="en-US" sz="1100" dirty="0">
                <a:solidFill>
                  <a:srgbClr val="16A34A"/>
                </a:solidFill>
                <a:latin typeface="Segoe UI Semibold" pitchFamily="34" charset="0"/>
                <a:ea typeface="Segoe UI Semibold" pitchFamily="34" charset="-122"/>
                <a:cs typeface="Segoe UI Semibold" pitchFamily="34" charset="-120"/>
              </a:rPr>
              <a:t>PLAY</a:t>
            </a:r>
            <a:endParaRPr lang="en-US" sz="1100" dirty="0"/>
          </a:p>
        </p:txBody>
      </p:sp>
      <p:sp>
        <p:nvSpPr>
          <p:cNvPr id="37" name="text-38"/>
          <p:cNvSpPr txBox="1"/>
          <p:nvPr/>
        </p:nvSpPr>
        <p:spPr>
          <a:xfrm>
            <a:off x="731520" y="443484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Test once with one row</a:t>
            </a:r>
            <a:endParaRPr lang="en-US" sz="1500" dirty="0"/>
          </a:p>
        </p:txBody>
      </p:sp>
      <p:sp>
        <p:nvSpPr>
          <p:cNvPr id="38" name="line-39"/>
          <p:cNvSpPr/>
          <p:nvPr/>
        </p:nvSpPr>
        <p:spPr>
          <a:xfrm>
            <a:off x="2633472" y="4503420"/>
            <a:ext cx="150876" cy="0"/>
          </a:xfrm>
          <a:prstGeom prst="line">
            <a:avLst/>
          </a:prstGeom>
          <a:noFill/>
          <a:ln w="19050">
            <a:solidFill>
              <a:srgbClr val="5B6478"/>
            </a:solidFill>
            <a:prstDash val="solid"/>
            <a:tailEnd type="triangle"/>
          </a:ln>
        </p:spPr>
      </p:sp>
      <p:sp>
        <p:nvSpPr>
          <p:cNvPr id="39" name="rect-40"/>
          <p:cNvSpPr/>
          <p:nvPr/>
        </p:nvSpPr>
        <p:spPr>
          <a:xfrm>
            <a:off x="2811780" y="3657600"/>
            <a:ext cx="2057400" cy="1691640"/>
          </a:xfrm>
          <a:prstGeom prst="roundRect">
            <a:avLst>
              <a:gd name="adj" fmla="val 6486"/>
            </a:avLst>
          </a:prstGeom>
          <a:solidFill>
            <a:srgbClr val="FEF5E2"/>
          </a:solidFill>
          <a:ln w="12700">
            <a:solidFill>
              <a:srgbClr val="FEF5E2"/>
            </a:solidFill>
            <a:prstDash val="solid"/>
          </a:ln>
        </p:spPr>
      </p:sp>
      <p:sp>
        <p:nvSpPr>
          <p:cNvPr id="40" name="oval-41"/>
          <p:cNvSpPr/>
          <p:nvPr/>
        </p:nvSpPr>
        <p:spPr>
          <a:xfrm>
            <a:off x="2994660" y="3840480"/>
            <a:ext cx="457200" cy="457200"/>
          </a:xfrm>
          <a:prstGeom prst="ellipse">
            <a:avLst/>
          </a:prstGeom>
          <a:solidFill>
            <a:srgbClr val="D97706"/>
          </a:solidFill>
          <a:ln/>
        </p:spPr>
      </p:sp>
      <p:sp>
        <p:nvSpPr>
          <p:cNvPr id="41" name="text-42"/>
          <p:cNvSpPr txBox="1"/>
          <p:nvPr/>
        </p:nvSpPr>
        <p:spPr>
          <a:xfrm>
            <a:off x="2994660" y="384048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7</a:t>
            </a:r>
            <a:endParaRPr lang="en-US" sz="1600" dirty="0"/>
          </a:p>
        </p:txBody>
      </p:sp>
      <p:sp>
        <p:nvSpPr>
          <p:cNvPr id="42" name="text-43"/>
          <p:cNvSpPr txBox="1"/>
          <p:nvPr/>
        </p:nvSpPr>
        <p:spPr>
          <a:xfrm>
            <a:off x="3561588" y="3877056"/>
            <a:ext cx="1234440" cy="384048"/>
          </a:xfrm>
          <a:prstGeom prst="rect">
            <a:avLst/>
          </a:prstGeom>
          <a:noFill/>
          <a:ln/>
        </p:spPr>
        <p:txBody>
          <a:bodyPr wrap="square" lIns="0" tIns="0" rIns="0" bIns="0" rtlCol="0" anchor="ctr"/>
          <a:lstStyle/>
          <a:p>
            <a:pPr algn="l" indent="0" marL="0">
              <a:buNone/>
            </a:pPr>
            <a:r>
              <a:rPr lang="en-US" sz="1100" dirty="0">
                <a:solidFill>
                  <a:srgbClr val="D97706"/>
                </a:solidFill>
                <a:latin typeface="Segoe UI Semibold" pitchFamily="34" charset="0"/>
                <a:ea typeface="Segoe UI Semibold" pitchFamily="34" charset="-122"/>
                <a:cs typeface="Segoe UI Semibold" pitchFamily="34" charset="-120"/>
              </a:rPr>
              <a:t>REVIEW</a:t>
            </a:r>
            <a:endParaRPr lang="en-US" sz="1100" dirty="0"/>
          </a:p>
        </p:txBody>
      </p:sp>
      <p:sp>
        <p:nvSpPr>
          <p:cNvPr id="43" name="text-44"/>
          <p:cNvSpPr txBox="1"/>
          <p:nvPr/>
        </p:nvSpPr>
        <p:spPr>
          <a:xfrm>
            <a:off x="2994660" y="443484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Fix anything that went wrong</a:t>
            </a:r>
            <a:endParaRPr lang="en-US" sz="1500" dirty="0"/>
          </a:p>
        </p:txBody>
      </p:sp>
      <p:sp>
        <p:nvSpPr>
          <p:cNvPr id="44" name="line-45"/>
          <p:cNvSpPr/>
          <p:nvPr/>
        </p:nvSpPr>
        <p:spPr>
          <a:xfrm>
            <a:off x="4896612" y="4503420"/>
            <a:ext cx="150876" cy="0"/>
          </a:xfrm>
          <a:prstGeom prst="line">
            <a:avLst/>
          </a:prstGeom>
          <a:noFill/>
          <a:ln w="19050">
            <a:solidFill>
              <a:srgbClr val="5B6478"/>
            </a:solidFill>
            <a:prstDash val="solid"/>
            <a:tailEnd type="triangle"/>
          </a:ln>
        </p:spPr>
      </p:sp>
      <p:sp>
        <p:nvSpPr>
          <p:cNvPr id="45" name="rect-46"/>
          <p:cNvSpPr/>
          <p:nvPr/>
        </p:nvSpPr>
        <p:spPr>
          <a:xfrm>
            <a:off x="5074920" y="3657600"/>
            <a:ext cx="2057400" cy="1691640"/>
          </a:xfrm>
          <a:prstGeom prst="roundRect">
            <a:avLst>
              <a:gd name="adj" fmla="val 6486"/>
            </a:avLst>
          </a:prstGeom>
          <a:solidFill>
            <a:srgbClr val="E8F7EE"/>
          </a:solidFill>
          <a:ln w="12700">
            <a:solidFill>
              <a:srgbClr val="E8F7EE"/>
            </a:solidFill>
            <a:prstDash val="solid"/>
          </a:ln>
        </p:spPr>
      </p:sp>
      <p:sp>
        <p:nvSpPr>
          <p:cNvPr id="46" name="oval-47"/>
          <p:cNvSpPr/>
          <p:nvPr/>
        </p:nvSpPr>
        <p:spPr>
          <a:xfrm>
            <a:off x="5257800" y="3840480"/>
            <a:ext cx="457200" cy="457200"/>
          </a:xfrm>
          <a:prstGeom prst="ellipse">
            <a:avLst/>
          </a:prstGeom>
          <a:solidFill>
            <a:srgbClr val="16A34A"/>
          </a:solidFill>
          <a:ln/>
        </p:spPr>
      </p:sp>
      <p:sp>
        <p:nvSpPr>
          <p:cNvPr id="47" name="text-48"/>
          <p:cNvSpPr txBox="1"/>
          <p:nvPr/>
        </p:nvSpPr>
        <p:spPr>
          <a:xfrm>
            <a:off x="5257800" y="384048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8</a:t>
            </a:r>
            <a:endParaRPr lang="en-US" sz="1600" dirty="0"/>
          </a:p>
        </p:txBody>
      </p:sp>
      <p:sp>
        <p:nvSpPr>
          <p:cNvPr id="48" name="text-49"/>
          <p:cNvSpPr txBox="1"/>
          <p:nvPr/>
        </p:nvSpPr>
        <p:spPr>
          <a:xfrm>
            <a:off x="5824728" y="3877056"/>
            <a:ext cx="1234440" cy="384048"/>
          </a:xfrm>
          <a:prstGeom prst="rect">
            <a:avLst/>
          </a:prstGeom>
          <a:noFill/>
          <a:ln/>
        </p:spPr>
        <p:txBody>
          <a:bodyPr wrap="square" lIns="0" tIns="0" rIns="0" bIns="0" rtlCol="0" anchor="ctr"/>
          <a:lstStyle/>
          <a:p>
            <a:pPr algn="l" indent="0" marL="0">
              <a:buNone/>
            </a:pPr>
            <a:r>
              <a:rPr lang="en-US" sz="1100" dirty="0">
                <a:solidFill>
                  <a:srgbClr val="16A34A"/>
                </a:solidFill>
                <a:latin typeface="Segoe UI Semibold" pitchFamily="34" charset="0"/>
                <a:ea typeface="Segoe UI Semibold" pitchFamily="34" charset="-122"/>
                <a:cs typeface="Segoe UI Semibold" pitchFamily="34" charset="-120"/>
              </a:rPr>
              <a:t>PLAY</a:t>
            </a:r>
            <a:endParaRPr lang="en-US" sz="1100" dirty="0"/>
          </a:p>
        </p:txBody>
      </p:sp>
      <p:sp>
        <p:nvSpPr>
          <p:cNvPr id="49" name="text-50"/>
          <p:cNvSpPr txBox="1"/>
          <p:nvPr/>
        </p:nvSpPr>
        <p:spPr>
          <a:xfrm>
            <a:off x="5257800" y="443484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Play all rows when it is safe</a:t>
            </a:r>
            <a:endParaRPr lang="en-US" sz="1500" dirty="0"/>
          </a:p>
        </p:txBody>
      </p:sp>
      <p:sp>
        <p:nvSpPr>
          <p:cNvPr id="50" name="line-51"/>
          <p:cNvSpPr/>
          <p:nvPr/>
        </p:nvSpPr>
        <p:spPr>
          <a:xfrm>
            <a:off x="7159752" y="4503420"/>
            <a:ext cx="150876" cy="0"/>
          </a:xfrm>
          <a:prstGeom prst="line">
            <a:avLst/>
          </a:prstGeom>
          <a:noFill/>
          <a:ln w="19050">
            <a:solidFill>
              <a:srgbClr val="5B6478"/>
            </a:solidFill>
            <a:prstDash val="solid"/>
            <a:tailEnd type="triangle"/>
          </a:ln>
        </p:spPr>
      </p:sp>
      <p:sp>
        <p:nvSpPr>
          <p:cNvPr id="51" name="rect-52"/>
          <p:cNvSpPr/>
          <p:nvPr/>
        </p:nvSpPr>
        <p:spPr>
          <a:xfrm>
            <a:off x="7338060" y="3657600"/>
            <a:ext cx="2057400" cy="1691640"/>
          </a:xfrm>
          <a:prstGeom prst="roundRect">
            <a:avLst>
              <a:gd name="adj" fmla="val 6486"/>
            </a:avLst>
          </a:prstGeom>
          <a:solidFill>
            <a:srgbClr val="E8F7EE"/>
          </a:solidFill>
          <a:ln w="12700">
            <a:solidFill>
              <a:srgbClr val="E8F7EE"/>
            </a:solidFill>
            <a:prstDash val="solid"/>
          </a:ln>
        </p:spPr>
      </p:sp>
      <p:sp>
        <p:nvSpPr>
          <p:cNvPr id="52" name="oval-53"/>
          <p:cNvSpPr/>
          <p:nvPr/>
        </p:nvSpPr>
        <p:spPr>
          <a:xfrm>
            <a:off x="7520940" y="3840480"/>
            <a:ext cx="457200" cy="457200"/>
          </a:xfrm>
          <a:prstGeom prst="ellipse">
            <a:avLst/>
          </a:prstGeom>
          <a:solidFill>
            <a:srgbClr val="16A34A"/>
          </a:solidFill>
          <a:ln/>
        </p:spPr>
      </p:sp>
      <p:sp>
        <p:nvSpPr>
          <p:cNvPr id="53" name="text-54"/>
          <p:cNvSpPr txBox="1"/>
          <p:nvPr/>
        </p:nvSpPr>
        <p:spPr>
          <a:xfrm>
            <a:off x="7520940" y="384048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9</a:t>
            </a:r>
            <a:endParaRPr lang="en-US" sz="1600" dirty="0"/>
          </a:p>
        </p:txBody>
      </p:sp>
      <p:sp>
        <p:nvSpPr>
          <p:cNvPr id="54" name="text-55"/>
          <p:cNvSpPr txBox="1"/>
          <p:nvPr/>
        </p:nvSpPr>
        <p:spPr>
          <a:xfrm>
            <a:off x="8087868" y="3877056"/>
            <a:ext cx="1234440" cy="384048"/>
          </a:xfrm>
          <a:prstGeom prst="rect">
            <a:avLst/>
          </a:prstGeom>
          <a:noFill/>
          <a:ln/>
        </p:spPr>
        <p:txBody>
          <a:bodyPr wrap="square" lIns="0" tIns="0" rIns="0" bIns="0" rtlCol="0" anchor="ctr"/>
          <a:lstStyle/>
          <a:p>
            <a:pPr algn="l" indent="0" marL="0">
              <a:buNone/>
            </a:pPr>
            <a:r>
              <a:rPr lang="en-US" sz="1100" dirty="0">
                <a:solidFill>
                  <a:srgbClr val="16A34A"/>
                </a:solidFill>
                <a:latin typeface="Segoe UI Semibold" pitchFamily="34" charset="0"/>
                <a:ea typeface="Segoe UI Semibold" pitchFamily="34" charset="-122"/>
                <a:cs typeface="Segoe UI Semibold" pitchFamily="34" charset="-120"/>
              </a:rPr>
              <a:t>PLAY</a:t>
            </a:r>
            <a:endParaRPr lang="en-US" sz="1100" dirty="0"/>
          </a:p>
        </p:txBody>
      </p:sp>
      <p:sp>
        <p:nvSpPr>
          <p:cNvPr id="55" name="text-56"/>
          <p:cNvSpPr txBox="1"/>
          <p:nvPr/>
        </p:nvSpPr>
        <p:spPr>
          <a:xfrm>
            <a:off x="7520940" y="443484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Watch it; stop with F10 if needed</a:t>
            </a:r>
            <a:endParaRPr lang="en-US" sz="1500" dirty="0"/>
          </a:p>
        </p:txBody>
      </p:sp>
      <p:sp>
        <p:nvSpPr>
          <p:cNvPr id="56" name="line-57"/>
          <p:cNvSpPr/>
          <p:nvPr/>
        </p:nvSpPr>
        <p:spPr>
          <a:xfrm>
            <a:off x="9422892" y="4503420"/>
            <a:ext cx="150876" cy="0"/>
          </a:xfrm>
          <a:prstGeom prst="line">
            <a:avLst/>
          </a:prstGeom>
          <a:noFill/>
          <a:ln w="19050">
            <a:solidFill>
              <a:srgbClr val="5B6478"/>
            </a:solidFill>
            <a:prstDash val="solid"/>
            <a:tailEnd type="triangle"/>
          </a:ln>
        </p:spPr>
      </p:sp>
      <p:sp>
        <p:nvSpPr>
          <p:cNvPr id="57" name="rect-58"/>
          <p:cNvSpPr/>
          <p:nvPr/>
        </p:nvSpPr>
        <p:spPr>
          <a:xfrm>
            <a:off x="9601200" y="3657600"/>
            <a:ext cx="2057400" cy="1691640"/>
          </a:xfrm>
          <a:prstGeom prst="roundRect">
            <a:avLst>
              <a:gd name="adj" fmla="val 6486"/>
            </a:avLst>
          </a:prstGeom>
          <a:solidFill>
            <a:srgbClr val="EAF2FE"/>
          </a:solidFill>
          <a:ln w="12700">
            <a:solidFill>
              <a:srgbClr val="EAF2FE"/>
            </a:solidFill>
            <a:prstDash val="solid"/>
          </a:ln>
        </p:spPr>
      </p:sp>
      <p:sp>
        <p:nvSpPr>
          <p:cNvPr id="58" name="oval-59"/>
          <p:cNvSpPr/>
          <p:nvPr/>
        </p:nvSpPr>
        <p:spPr>
          <a:xfrm>
            <a:off x="9784080" y="3840480"/>
            <a:ext cx="457200" cy="457200"/>
          </a:xfrm>
          <a:prstGeom prst="ellipse">
            <a:avLst/>
          </a:prstGeom>
          <a:solidFill>
            <a:srgbClr val="2563EB"/>
          </a:solidFill>
          <a:ln/>
        </p:spPr>
      </p:sp>
      <p:sp>
        <p:nvSpPr>
          <p:cNvPr id="59" name="text-60"/>
          <p:cNvSpPr txBox="1"/>
          <p:nvPr/>
        </p:nvSpPr>
        <p:spPr>
          <a:xfrm>
            <a:off x="9784080" y="384048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10</a:t>
            </a:r>
            <a:endParaRPr lang="en-US" sz="1600" dirty="0"/>
          </a:p>
        </p:txBody>
      </p:sp>
      <p:sp>
        <p:nvSpPr>
          <p:cNvPr id="60" name="text-61"/>
          <p:cNvSpPr txBox="1"/>
          <p:nvPr/>
        </p:nvSpPr>
        <p:spPr>
          <a:xfrm>
            <a:off x="10351008" y="3877056"/>
            <a:ext cx="1234440" cy="384048"/>
          </a:xfrm>
          <a:prstGeom prst="rect">
            <a:avLst/>
          </a:prstGeom>
          <a:noFill/>
          <a:ln/>
        </p:spPr>
        <p:txBody>
          <a:bodyPr wrap="square" lIns="0" tIns="0" rIns="0" bIns="0" rtlCol="0" anchor="ctr"/>
          <a:lstStyle/>
          <a:p>
            <a:pPr algn="l" indent="0" marL="0">
              <a:buNone/>
            </a:pPr>
            <a:r>
              <a:rPr lang="en-US" sz="1100" dirty="0">
                <a:solidFill>
                  <a:srgbClr val="2563EB"/>
                </a:solidFill>
                <a:latin typeface="Segoe UI Semibold" pitchFamily="34" charset="0"/>
                <a:ea typeface="Segoe UI Semibold" pitchFamily="34" charset="-122"/>
                <a:cs typeface="Segoe UI Semibold" pitchFamily="34" charset="-120"/>
              </a:rPr>
              <a:t>VERIFY</a:t>
            </a:r>
            <a:endParaRPr lang="en-US" sz="1100" dirty="0"/>
          </a:p>
        </p:txBody>
      </p:sp>
      <p:sp>
        <p:nvSpPr>
          <p:cNvPr id="61" name="text-62"/>
          <p:cNvSpPr txBox="1"/>
          <p:nvPr/>
        </p:nvSpPr>
        <p:spPr>
          <a:xfrm>
            <a:off x="9784080" y="4434840"/>
            <a:ext cx="1691640" cy="868680"/>
          </a:xfrm>
          <a:prstGeom prst="rect">
            <a:avLst/>
          </a:prstGeom>
          <a:noFill/>
          <a:ln/>
        </p:spPr>
        <p:txBody>
          <a:bodyPr wrap="square" lIns="0" tIns="0" rIns="0" bIns="0" rtlCol="0" anchor="t"/>
          <a:lstStyle/>
          <a:p>
            <a:pPr algn="l" indent="0" marL="0">
              <a:buNone/>
            </a:pPr>
            <a:r>
              <a:rPr lang="en-US" sz="1500" dirty="0">
                <a:solidFill>
                  <a:srgbClr val="1E2433"/>
                </a:solidFill>
                <a:latin typeface="Segoe UI Semibold" pitchFamily="34" charset="0"/>
                <a:ea typeface="Segoe UI Semibold" pitchFamily="34" charset="-122"/>
                <a:cs typeface="Segoe UI Semibold" pitchFamily="34" charset="-120"/>
              </a:rPr>
              <a:t>Check the results in the app</a:t>
            </a:r>
            <a:endParaRPr lang="en-US" sz="1500" dirty="0"/>
          </a:p>
        </p:txBody>
      </p:sp>
      <p:sp>
        <p:nvSpPr>
          <p:cNvPr id="62" name="text-63"/>
          <p:cNvSpPr txBox="1"/>
          <p:nvPr/>
        </p:nvSpPr>
        <p:spPr>
          <a:xfrm>
            <a:off x="548640" y="5806440"/>
            <a:ext cx="11064240" cy="365760"/>
          </a:xfrm>
          <a:prstGeom prst="rect">
            <a:avLst/>
          </a:prstGeom>
          <a:noFill/>
          <a:ln/>
        </p:spPr>
        <p:txBody>
          <a:bodyPr wrap="square" lIns="0" tIns="0" rIns="0" bIns="0" rtlCol="0" anchor="t"/>
          <a:lstStyle/>
          <a:p>
            <a:pPr algn="l" indent="0" marL="0">
              <a:buNone/>
            </a:pPr>
            <a:r>
              <a:rPr lang="en-US" sz="1400" dirty="0">
                <a:solidFill>
                  <a:srgbClr val="5B6478"/>
                </a:solidFill>
                <a:latin typeface="Segoe UI" pitchFamily="34" charset="0"/>
                <a:ea typeface="Segoe UI" pitchFamily="34" charset="-122"/>
                <a:cs typeface="Segoe UI" pitchFamily="34" charset="-120"/>
              </a:rPr>
              <a:t>Most problems come from skipping step 5 (wrong page in front) or step 6 (no test run).</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Install and first start</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GETTING STARTED</a:t>
            </a:r>
            <a:endParaRPr lang="en-US" sz="1200" dirty="0"/>
          </a:p>
        </p:txBody>
      </p:sp>
      <p:sp>
        <p:nvSpPr>
          <p:cNvPr id="4" name="oval-5"/>
          <p:cNvSpPr/>
          <p:nvPr/>
        </p:nvSpPr>
        <p:spPr>
          <a:xfrm>
            <a:off x="566928" y="1618488"/>
            <a:ext cx="347472" cy="347472"/>
          </a:xfrm>
          <a:prstGeom prst="ellipse">
            <a:avLst/>
          </a:prstGeom>
          <a:solidFill>
            <a:srgbClr val="4F46E5"/>
          </a:solidFill>
          <a:ln w="25400">
            <a:solidFill>
              <a:srgbClr val="FFFFFF"/>
            </a:solidFill>
            <a:prstDash val="solid"/>
          </a:ln>
        </p:spPr>
      </p:sp>
      <p:sp>
        <p:nvSpPr>
          <p:cNvPr id="5" name="text-6"/>
          <p:cNvSpPr txBox="1"/>
          <p:nvPr/>
        </p:nvSpPr>
        <p:spPr>
          <a:xfrm>
            <a:off x="566928" y="161848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6" name="text-7"/>
          <p:cNvSpPr txBox="1"/>
          <p:nvPr/>
        </p:nvSpPr>
        <p:spPr>
          <a:xfrm>
            <a:off x="1051560" y="1600200"/>
            <a:ext cx="498348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Run the setup</a:t>
            </a:r>
            <a:pPr algn="l" indent="0" marL="0">
              <a:buNone/>
            </a:pPr>
            <a:r>
              <a:rPr lang="en-US" sz="1400" dirty="0">
                <a:solidFill>
                  <a:srgbClr val="5B6478"/>
                </a:solidFill>
                <a:latin typeface="Segoe UI" pitchFamily="34" charset="0"/>
                <a:ea typeface="Segoe UI" pitchFamily="34" charset="-122"/>
                <a:cs typeface="Segoe UI" pitchFamily="34" charset="-120"/>
              </a:rPr>
              <a:t>  rpabot_setup_0.2.0.exe. If Windows SmartScreen warns: More info → Run anyway.</a:t>
            </a:r>
            <a:endParaRPr lang="en-US" sz="1400" dirty="0"/>
          </a:p>
        </p:txBody>
      </p:sp>
      <p:sp>
        <p:nvSpPr>
          <p:cNvPr id="7" name="oval-8"/>
          <p:cNvSpPr/>
          <p:nvPr/>
        </p:nvSpPr>
        <p:spPr>
          <a:xfrm>
            <a:off x="566928" y="2368296"/>
            <a:ext cx="347472" cy="347472"/>
          </a:xfrm>
          <a:prstGeom prst="ellipse">
            <a:avLst/>
          </a:prstGeom>
          <a:solidFill>
            <a:srgbClr val="4F46E5"/>
          </a:solidFill>
          <a:ln w="25400">
            <a:solidFill>
              <a:srgbClr val="FFFFFF"/>
            </a:solidFill>
            <a:prstDash val="solid"/>
          </a:ln>
        </p:spPr>
      </p:sp>
      <p:sp>
        <p:nvSpPr>
          <p:cNvPr id="8" name="text-9"/>
          <p:cNvSpPr txBox="1"/>
          <p:nvPr/>
        </p:nvSpPr>
        <p:spPr>
          <a:xfrm>
            <a:off x="566928" y="2368296"/>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9" name="text-10"/>
          <p:cNvSpPr txBox="1"/>
          <p:nvPr/>
        </p:nvSpPr>
        <p:spPr>
          <a:xfrm>
            <a:off x="1051560" y="2350008"/>
            <a:ext cx="498348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Choose who it is for</a:t>
            </a:r>
            <a:pPr algn="l" indent="0" marL="0">
              <a:buNone/>
            </a:pPr>
            <a:r>
              <a:rPr lang="en-US" sz="1400" dirty="0">
                <a:solidFill>
                  <a:srgbClr val="5B6478"/>
                </a:solidFill>
                <a:latin typeface="Segoe UI" pitchFamily="34" charset="0"/>
                <a:ea typeface="Segoe UI" pitchFamily="34" charset="-122"/>
                <a:cs typeface="Segoe UI" pitchFamily="34" charset="-120"/>
              </a:rPr>
              <a:t>  “Only for me” needs no administrator rights.</a:t>
            </a:r>
            <a:endParaRPr lang="en-US" sz="1400" dirty="0"/>
          </a:p>
        </p:txBody>
      </p:sp>
      <p:sp>
        <p:nvSpPr>
          <p:cNvPr id="10" name="oval-11"/>
          <p:cNvSpPr/>
          <p:nvPr/>
        </p:nvSpPr>
        <p:spPr>
          <a:xfrm>
            <a:off x="566928" y="3118104"/>
            <a:ext cx="347472" cy="347472"/>
          </a:xfrm>
          <a:prstGeom prst="ellipse">
            <a:avLst/>
          </a:prstGeom>
          <a:solidFill>
            <a:srgbClr val="4F46E5"/>
          </a:solidFill>
          <a:ln w="25400">
            <a:solidFill>
              <a:srgbClr val="FFFFFF"/>
            </a:solidFill>
            <a:prstDash val="solid"/>
          </a:ln>
        </p:spPr>
      </p:sp>
      <p:sp>
        <p:nvSpPr>
          <p:cNvPr id="11" name="text-12"/>
          <p:cNvSpPr txBox="1"/>
          <p:nvPr/>
        </p:nvSpPr>
        <p:spPr>
          <a:xfrm>
            <a:off x="566928" y="311810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2" name="text-13"/>
          <p:cNvSpPr txBox="1"/>
          <p:nvPr/>
        </p:nvSpPr>
        <p:spPr>
          <a:xfrm>
            <a:off x="1051560" y="3099816"/>
            <a:ext cx="498348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Install folder</a:t>
            </a:r>
            <a:pPr algn="l" indent="0" marL="0">
              <a:buNone/>
            </a:pPr>
            <a:r>
              <a:rPr lang="en-US" sz="1400" dirty="0">
                <a:solidFill>
                  <a:srgbClr val="5B6478"/>
                </a:solidFill>
                <a:latin typeface="Segoe UI" pitchFamily="34" charset="0"/>
                <a:ea typeface="Segoe UI" pitchFamily="34" charset="-122"/>
                <a:cs typeface="Segoe UI" pitchFamily="34" charset="-120"/>
              </a:rPr>
              <a:t>  Keep the suggested folder or pick another.</a:t>
            </a:r>
            <a:endParaRPr lang="en-US" sz="1400" dirty="0"/>
          </a:p>
        </p:txBody>
      </p:sp>
      <p:sp>
        <p:nvSpPr>
          <p:cNvPr id="13" name="oval-14"/>
          <p:cNvSpPr/>
          <p:nvPr/>
        </p:nvSpPr>
        <p:spPr>
          <a:xfrm>
            <a:off x="566928" y="3867912"/>
            <a:ext cx="347472" cy="347472"/>
          </a:xfrm>
          <a:prstGeom prst="ellipse">
            <a:avLst/>
          </a:prstGeom>
          <a:solidFill>
            <a:srgbClr val="4F46E5"/>
          </a:solidFill>
          <a:ln w="25400">
            <a:solidFill>
              <a:srgbClr val="FFFFFF"/>
            </a:solidFill>
            <a:prstDash val="solid"/>
          </a:ln>
        </p:spPr>
      </p:sp>
      <p:sp>
        <p:nvSpPr>
          <p:cNvPr id="14" name="text-15"/>
          <p:cNvSpPr txBox="1"/>
          <p:nvPr/>
        </p:nvSpPr>
        <p:spPr>
          <a:xfrm>
            <a:off x="566928" y="3867912"/>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5" name="text-16"/>
          <p:cNvSpPr txBox="1"/>
          <p:nvPr/>
        </p:nvSpPr>
        <p:spPr>
          <a:xfrm>
            <a:off x="1051560" y="3849624"/>
            <a:ext cx="498348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Recordings folder</a:t>
            </a:r>
            <a:pPr algn="l" indent="0" marL="0">
              <a:buNone/>
            </a:pPr>
            <a:r>
              <a:rPr lang="en-US" sz="1400" dirty="0">
                <a:solidFill>
                  <a:srgbClr val="5B6478"/>
                </a:solidFill>
                <a:latin typeface="Segoe UI" pitchFamily="34" charset="0"/>
                <a:ea typeface="Segoe UI" pitchFamily="34" charset="-122"/>
                <a:cs typeface="Segoe UI" pitchFamily="34" charset="-120"/>
              </a:rPr>
              <a:t>  Where recordings are saved. Default C:\rpabot.</a:t>
            </a:r>
            <a:endParaRPr lang="en-US" sz="1400" dirty="0"/>
          </a:p>
        </p:txBody>
      </p:sp>
      <p:sp>
        <p:nvSpPr>
          <p:cNvPr id="16" name="oval-17"/>
          <p:cNvSpPr/>
          <p:nvPr/>
        </p:nvSpPr>
        <p:spPr>
          <a:xfrm>
            <a:off x="566928" y="4617720"/>
            <a:ext cx="347472" cy="347472"/>
          </a:xfrm>
          <a:prstGeom prst="ellipse">
            <a:avLst/>
          </a:prstGeom>
          <a:solidFill>
            <a:srgbClr val="4F46E5"/>
          </a:solidFill>
          <a:ln w="25400">
            <a:solidFill>
              <a:srgbClr val="FFFFFF"/>
            </a:solidFill>
            <a:prstDash val="solid"/>
          </a:ln>
        </p:spPr>
      </p:sp>
      <p:sp>
        <p:nvSpPr>
          <p:cNvPr id="17" name="text-18"/>
          <p:cNvSpPr txBox="1"/>
          <p:nvPr/>
        </p:nvSpPr>
        <p:spPr>
          <a:xfrm>
            <a:off x="566928" y="461772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8" name="text-19"/>
          <p:cNvSpPr txBox="1"/>
          <p:nvPr/>
        </p:nvSpPr>
        <p:spPr>
          <a:xfrm>
            <a:off x="1051560" y="4599432"/>
            <a:ext cx="498348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Shortcut and finish</a:t>
            </a:r>
            <a:pPr algn="l" indent="0" marL="0">
              <a:buNone/>
            </a:pPr>
            <a:r>
              <a:rPr lang="en-US" sz="1400" dirty="0">
                <a:solidFill>
                  <a:srgbClr val="5B6478"/>
                </a:solidFill>
                <a:latin typeface="Segoe UI" pitchFamily="34" charset="0"/>
                <a:ea typeface="Segoe UI" pitchFamily="34" charset="-122"/>
                <a:cs typeface="Segoe UI" pitchFamily="34" charset="-120"/>
              </a:rPr>
              <a:t>  Desktop shortcut, Install, then Start rpabot now.</a:t>
            </a:r>
            <a:endParaRPr lang="en-US" sz="1400" dirty="0"/>
          </a:p>
        </p:txBody>
      </p:sp>
      <p:sp>
        <p:nvSpPr>
          <p:cNvPr id="19" name="rect-20"/>
          <p:cNvSpPr/>
          <p:nvPr/>
        </p:nvSpPr>
        <p:spPr>
          <a:xfrm>
            <a:off x="548640" y="5486400"/>
            <a:ext cx="5486400" cy="777240"/>
          </a:xfrm>
          <a:prstGeom prst="roundRect">
            <a:avLst>
              <a:gd name="adj" fmla="val 14118"/>
            </a:avLst>
          </a:prstGeom>
          <a:solidFill>
            <a:srgbClr val="EEF0FF"/>
          </a:solidFill>
          <a:ln w="12700">
            <a:solidFill>
              <a:srgbClr val="EEF0FF"/>
            </a:solidFill>
            <a:prstDash val="solid"/>
          </a:ln>
        </p:spPr>
      </p:sp>
      <p:sp>
        <p:nvSpPr>
          <p:cNvPr id="20" name="text-21"/>
          <p:cNvSpPr txBox="1"/>
          <p:nvPr/>
        </p:nvSpPr>
        <p:spPr>
          <a:xfrm>
            <a:off x="731520" y="5486400"/>
            <a:ext cx="5120640" cy="777240"/>
          </a:xfrm>
          <a:prstGeom prst="rect">
            <a:avLst/>
          </a:prstGeom>
          <a:noFill/>
          <a:ln/>
        </p:spPr>
        <p:txBody>
          <a:bodyPr wrap="square" lIns="0" tIns="0" rIns="0" bIns="0" rtlCol="0" anchor="ctr"/>
          <a:lstStyle/>
          <a:p>
            <a:pPr algn="l" indent="0" marL="0">
              <a:buNone/>
            </a:pPr>
            <a:r>
              <a:rPr lang="en-US" sz="1300" dirty="0">
                <a:solidFill>
                  <a:srgbClr val="3730A3"/>
                </a:solidFill>
                <a:latin typeface="Segoe UI Semibold" pitchFamily="34" charset="0"/>
                <a:ea typeface="Segoe UI Semibold" pitchFamily="34" charset="-122"/>
                <a:cs typeface="Segoe UI Semibold" pitchFamily="34" charset="-120"/>
              </a:rPr>
              <a:t>No folder chosen in setup? </a:t>
            </a:r>
            <a:pPr algn="l" indent="0" marL="0">
              <a:buNone/>
            </a:pPr>
            <a:r>
              <a:rPr lang="en-US" sz="1300" dirty="0">
                <a:solidFill>
                  <a:srgbClr val="3730A3"/>
                </a:solidFill>
                <a:latin typeface="Segoe UI" pitchFamily="34" charset="0"/>
                <a:ea typeface="Segoe UI" pitchFamily="34" charset="-122"/>
                <a:cs typeface="Segoe UI" pitchFamily="34" charset="-120"/>
              </a:rPr>
              <a:t>rpabot asks on the first start (right). Change it any time in Settings.</a:t>
            </a:r>
            <a:endParaRPr lang="en-US" sz="1300" dirty="0"/>
          </a:p>
        </p:txBody>
      </p:sp>
      <p:sp>
        <p:nvSpPr>
          <p:cNvPr id="21" name="rect-22"/>
          <p:cNvSpPr/>
          <p:nvPr/>
        </p:nvSpPr>
        <p:spPr>
          <a:xfrm>
            <a:off x="6565392" y="1627632"/>
            <a:ext cx="5111496" cy="3899759"/>
          </a:xfrm>
          <a:prstGeom prst="roundRect">
            <a:avLst>
              <a:gd name="adj" fmla="val 234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22" name="image-23" descr="Welcome to rpabot window: choose the recordings folder">    </p:cNvPr>
          <p:cNvPicPr>
            <a:picLocks noChangeAspect="1"/>
          </p:cNvPicPr>
          <p:nvPr/>
        </p:nvPicPr>
        <p:blipFill>
          <a:blip r:embed="rId1"/>
          <a:stretch>
            <a:fillRect/>
          </a:stretch>
        </p:blipFill>
        <p:spPr>
          <a:xfrm>
            <a:off x="6629400" y="1691640"/>
            <a:ext cx="4983480" cy="3771743"/>
          </a:xfrm>
          <a:prstGeom prst="rect">
            <a:avLst/>
          </a:prstGeom>
        </p:spPr>
      </p:pic>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The home page</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GETTING STARTED</a:t>
            </a:r>
            <a:endParaRPr lang="en-US" sz="1200" dirty="0"/>
          </a:p>
        </p:txBody>
      </p:sp>
      <p:sp>
        <p:nvSpPr>
          <p:cNvPr id="4" name="rect-5"/>
          <p:cNvSpPr/>
          <p:nvPr/>
        </p:nvSpPr>
        <p:spPr>
          <a:xfrm>
            <a:off x="484632" y="1444752"/>
            <a:ext cx="7717536" cy="4874984"/>
          </a:xfrm>
          <a:prstGeom prst="roundRect">
            <a:avLst>
              <a:gd name="adj" fmla="val 1876"/>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rpabot home page with the recording cards">    </p:cNvPr>
          <p:cNvPicPr>
            <a:picLocks noChangeAspect="1"/>
          </p:cNvPicPr>
          <p:nvPr/>
        </p:nvPicPr>
        <p:blipFill>
          <a:blip r:embed="rId1"/>
          <a:stretch>
            <a:fillRect/>
          </a:stretch>
        </p:blipFill>
        <p:spPr>
          <a:xfrm>
            <a:off x="548640" y="1508760"/>
            <a:ext cx="7589520" cy="4746968"/>
          </a:xfrm>
          <a:prstGeom prst="rect">
            <a:avLst/>
          </a:prstGeom>
        </p:spPr>
      </p:pic>
      <p:sp>
        <p:nvSpPr>
          <p:cNvPr id="6" name="oval-7"/>
          <p:cNvSpPr/>
          <p:nvPr/>
        </p:nvSpPr>
        <p:spPr>
          <a:xfrm>
            <a:off x="3067829" y="1973431"/>
            <a:ext cx="384048" cy="384048"/>
          </a:xfrm>
          <a:prstGeom prst="ellipse">
            <a:avLst/>
          </a:prstGeom>
          <a:solidFill>
            <a:srgbClr val="4F46E5"/>
          </a:solidFill>
          <a:ln w="25400">
            <a:solidFill>
              <a:srgbClr val="FFFFFF"/>
            </a:solidFill>
            <a:prstDash val="solid"/>
          </a:ln>
        </p:spPr>
      </p:sp>
      <p:sp>
        <p:nvSpPr>
          <p:cNvPr id="7" name="text-8"/>
          <p:cNvSpPr txBox="1"/>
          <p:nvPr/>
        </p:nvSpPr>
        <p:spPr>
          <a:xfrm>
            <a:off x="3067829" y="197343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8" name="oval-9"/>
          <p:cNvSpPr/>
          <p:nvPr/>
        </p:nvSpPr>
        <p:spPr>
          <a:xfrm>
            <a:off x="6187131" y="3005381"/>
            <a:ext cx="384048" cy="384048"/>
          </a:xfrm>
          <a:prstGeom prst="ellipse">
            <a:avLst/>
          </a:prstGeom>
          <a:solidFill>
            <a:srgbClr val="4F46E5"/>
          </a:solidFill>
          <a:ln w="25400">
            <a:solidFill>
              <a:srgbClr val="FFFFFF"/>
            </a:solidFill>
            <a:prstDash val="solid"/>
          </a:ln>
        </p:spPr>
      </p:sp>
      <p:sp>
        <p:nvSpPr>
          <p:cNvPr id="9" name="text-10"/>
          <p:cNvSpPr txBox="1"/>
          <p:nvPr/>
        </p:nvSpPr>
        <p:spPr>
          <a:xfrm>
            <a:off x="6187131" y="300538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0" name="oval-11"/>
          <p:cNvSpPr/>
          <p:nvPr/>
        </p:nvSpPr>
        <p:spPr>
          <a:xfrm>
            <a:off x="7674077" y="2700487"/>
            <a:ext cx="384048" cy="384048"/>
          </a:xfrm>
          <a:prstGeom prst="ellipse">
            <a:avLst/>
          </a:prstGeom>
          <a:solidFill>
            <a:srgbClr val="4F46E5"/>
          </a:solidFill>
          <a:ln w="25400">
            <a:solidFill>
              <a:srgbClr val="FFFFFF"/>
            </a:solidFill>
            <a:prstDash val="solid"/>
          </a:ln>
        </p:spPr>
      </p:sp>
      <p:sp>
        <p:nvSpPr>
          <p:cNvPr id="11" name="text-12"/>
          <p:cNvSpPr txBox="1"/>
          <p:nvPr/>
        </p:nvSpPr>
        <p:spPr>
          <a:xfrm>
            <a:off x="7674077" y="270048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2" name="oval-13"/>
          <p:cNvSpPr/>
          <p:nvPr/>
        </p:nvSpPr>
        <p:spPr>
          <a:xfrm>
            <a:off x="5647703" y="1494982"/>
            <a:ext cx="384048" cy="384048"/>
          </a:xfrm>
          <a:prstGeom prst="ellipse">
            <a:avLst/>
          </a:prstGeom>
          <a:solidFill>
            <a:srgbClr val="4F46E5"/>
          </a:solidFill>
          <a:ln w="25400">
            <a:solidFill>
              <a:srgbClr val="FFFFFF"/>
            </a:solidFill>
            <a:prstDash val="solid"/>
          </a:ln>
        </p:spPr>
      </p:sp>
      <p:sp>
        <p:nvSpPr>
          <p:cNvPr id="13" name="text-14"/>
          <p:cNvSpPr txBox="1"/>
          <p:nvPr/>
        </p:nvSpPr>
        <p:spPr>
          <a:xfrm>
            <a:off x="5647703" y="149498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4" name="oval-15"/>
          <p:cNvSpPr/>
          <p:nvPr/>
        </p:nvSpPr>
        <p:spPr>
          <a:xfrm>
            <a:off x="7040835" y="1494982"/>
            <a:ext cx="384048" cy="384048"/>
          </a:xfrm>
          <a:prstGeom prst="ellipse">
            <a:avLst/>
          </a:prstGeom>
          <a:solidFill>
            <a:srgbClr val="4F46E5"/>
          </a:solidFill>
          <a:ln w="25400">
            <a:solidFill>
              <a:srgbClr val="FFFFFF"/>
            </a:solidFill>
            <a:prstDash val="solid"/>
          </a:ln>
        </p:spPr>
      </p:sp>
      <p:sp>
        <p:nvSpPr>
          <p:cNvPr id="15" name="text-16"/>
          <p:cNvSpPr txBox="1"/>
          <p:nvPr/>
        </p:nvSpPr>
        <p:spPr>
          <a:xfrm>
            <a:off x="7040835" y="149498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6" name="oval-17"/>
          <p:cNvSpPr/>
          <p:nvPr/>
        </p:nvSpPr>
        <p:spPr>
          <a:xfrm>
            <a:off x="8522208" y="1618488"/>
            <a:ext cx="347472" cy="347472"/>
          </a:xfrm>
          <a:prstGeom prst="ellipse">
            <a:avLst/>
          </a:prstGeom>
          <a:solidFill>
            <a:srgbClr val="4F46E5"/>
          </a:solidFill>
          <a:ln w="25400">
            <a:solidFill>
              <a:srgbClr val="FFFFFF"/>
            </a:solidFill>
            <a:prstDash val="solid"/>
          </a:ln>
        </p:spPr>
      </p:sp>
      <p:sp>
        <p:nvSpPr>
          <p:cNvPr id="17" name="text-18"/>
          <p:cNvSpPr txBox="1"/>
          <p:nvPr/>
        </p:nvSpPr>
        <p:spPr>
          <a:xfrm>
            <a:off x="8522208" y="161848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8" name="text-19"/>
          <p:cNvSpPr txBox="1"/>
          <p:nvPr/>
        </p:nvSpPr>
        <p:spPr>
          <a:xfrm>
            <a:off x="9006840" y="1600200"/>
            <a:ext cx="265176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Create new recording</a:t>
            </a:r>
            <a:pPr algn="l" indent="0" marL="0">
              <a:buNone/>
            </a:pPr>
            <a:r>
              <a:rPr lang="en-US" sz="1400" dirty="0">
                <a:solidFill>
                  <a:srgbClr val="5B6478"/>
                </a:solidFill>
                <a:latin typeface="Segoe UI" pitchFamily="34" charset="0"/>
                <a:ea typeface="Segoe UI" pitchFamily="34" charset="-122"/>
                <a:cs typeface="Segoe UI" pitchFamily="34" charset="-120"/>
              </a:rPr>
              <a:t>  Name it, then record.</a:t>
            </a:r>
            <a:endParaRPr lang="en-US" sz="1400" dirty="0"/>
          </a:p>
        </p:txBody>
      </p:sp>
      <p:sp>
        <p:nvSpPr>
          <p:cNvPr id="19" name="oval-20"/>
          <p:cNvSpPr/>
          <p:nvPr/>
        </p:nvSpPr>
        <p:spPr>
          <a:xfrm>
            <a:off x="8522208" y="2514600"/>
            <a:ext cx="347472" cy="347472"/>
          </a:xfrm>
          <a:prstGeom prst="ellipse">
            <a:avLst/>
          </a:prstGeom>
          <a:solidFill>
            <a:srgbClr val="4F46E5"/>
          </a:solidFill>
          <a:ln w="25400">
            <a:solidFill>
              <a:srgbClr val="FFFFFF"/>
            </a:solidFill>
            <a:prstDash val="solid"/>
          </a:ln>
        </p:spPr>
      </p:sp>
      <p:sp>
        <p:nvSpPr>
          <p:cNvPr id="20" name="text-21"/>
          <p:cNvSpPr txBox="1"/>
          <p:nvPr/>
        </p:nvSpPr>
        <p:spPr>
          <a:xfrm>
            <a:off x="8522208" y="251460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1" name="text-22"/>
          <p:cNvSpPr txBox="1"/>
          <p:nvPr/>
        </p:nvSpPr>
        <p:spPr>
          <a:xfrm>
            <a:off x="9006840" y="2496312"/>
            <a:ext cx="265176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A recording</a:t>
            </a:r>
            <a:pPr algn="l" indent="0" marL="0">
              <a:buNone/>
            </a:pPr>
            <a:r>
              <a:rPr lang="en-US" sz="1400" dirty="0">
                <a:solidFill>
                  <a:srgbClr val="5B6478"/>
                </a:solidFill>
                <a:latin typeface="Segoe UI" pitchFamily="34" charset="0"/>
                <a:ea typeface="Segoe UI" pitchFamily="34" charset="-122"/>
                <a:cs typeface="Segoe UI" pitchFamily="34" charset="-120"/>
              </a:rPr>
              <a:t>  Click to open it. Right-click: Play, Open folder.</a:t>
            </a:r>
            <a:endParaRPr lang="en-US" sz="1400" dirty="0"/>
          </a:p>
        </p:txBody>
      </p:sp>
      <p:sp>
        <p:nvSpPr>
          <p:cNvPr id="22" name="oval-23"/>
          <p:cNvSpPr/>
          <p:nvPr/>
        </p:nvSpPr>
        <p:spPr>
          <a:xfrm>
            <a:off x="8522208" y="3410712"/>
            <a:ext cx="347472" cy="347472"/>
          </a:xfrm>
          <a:prstGeom prst="ellipse">
            <a:avLst/>
          </a:prstGeom>
          <a:solidFill>
            <a:srgbClr val="4F46E5"/>
          </a:solidFill>
          <a:ln w="25400">
            <a:solidFill>
              <a:srgbClr val="FFFFFF"/>
            </a:solidFill>
            <a:prstDash val="solid"/>
          </a:ln>
        </p:spPr>
      </p:sp>
      <p:sp>
        <p:nvSpPr>
          <p:cNvPr id="23" name="text-24"/>
          <p:cNvSpPr txBox="1"/>
          <p:nvPr/>
        </p:nvSpPr>
        <p:spPr>
          <a:xfrm>
            <a:off x="8522208" y="3410712"/>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text-25"/>
          <p:cNvSpPr txBox="1"/>
          <p:nvPr/>
        </p:nvSpPr>
        <p:spPr>
          <a:xfrm>
            <a:off x="9006840" y="3392424"/>
            <a:ext cx="265176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Search</a:t>
            </a:r>
            <a:pPr algn="l" indent="0" marL="0">
              <a:buNone/>
            </a:pPr>
            <a:r>
              <a:rPr lang="en-US" sz="1400" dirty="0">
                <a:solidFill>
                  <a:srgbClr val="5B6478"/>
                </a:solidFill>
                <a:latin typeface="Segoe UI" pitchFamily="34" charset="0"/>
                <a:ea typeface="Segoe UI" pitchFamily="34" charset="-122"/>
                <a:cs typeface="Segoe UI" pitchFamily="34" charset="-120"/>
              </a:rPr>
              <a:t>  Find a recording by name.</a:t>
            </a:r>
            <a:endParaRPr lang="en-US" sz="1400" dirty="0"/>
          </a:p>
        </p:txBody>
      </p:sp>
      <p:sp>
        <p:nvSpPr>
          <p:cNvPr id="25" name="oval-26"/>
          <p:cNvSpPr/>
          <p:nvPr/>
        </p:nvSpPr>
        <p:spPr>
          <a:xfrm>
            <a:off x="8522208" y="4306824"/>
            <a:ext cx="347472" cy="347472"/>
          </a:xfrm>
          <a:prstGeom prst="ellipse">
            <a:avLst/>
          </a:prstGeom>
          <a:solidFill>
            <a:srgbClr val="4F46E5"/>
          </a:solidFill>
          <a:ln w="25400">
            <a:solidFill>
              <a:srgbClr val="FFFFFF"/>
            </a:solidFill>
            <a:prstDash val="solid"/>
          </a:ln>
        </p:spPr>
      </p:sp>
      <p:sp>
        <p:nvSpPr>
          <p:cNvPr id="26" name="text-27"/>
          <p:cNvSpPr txBox="1"/>
          <p:nvPr/>
        </p:nvSpPr>
        <p:spPr>
          <a:xfrm>
            <a:off x="8522208" y="430682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7" name="text-28"/>
          <p:cNvSpPr txBox="1"/>
          <p:nvPr/>
        </p:nvSpPr>
        <p:spPr>
          <a:xfrm>
            <a:off x="9006840" y="4288536"/>
            <a:ext cx="265176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Recordings folder</a:t>
            </a:r>
            <a:pPr algn="l" indent="0" marL="0">
              <a:buNone/>
            </a:pPr>
            <a:r>
              <a:rPr lang="en-US" sz="1400" dirty="0">
                <a:solidFill>
                  <a:srgbClr val="5B6478"/>
                </a:solidFill>
                <a:latin typeface="Segoe UI" pitchFamily="34" charset="0"/>
                <a:ea typeface="Segoe UI" pitchFamily="34" charset="-122"/>
                <a:cs typeface="Segoe UI" pitchFamily="34" charset="-120"/>
              </a:rPr>
              <a:t>  Opens it in File Explorer.</a:t>
            </a:r>
            <a:endParaRPr lang="en-US" sz="1400" dirty="0"/>
          </a:p>
        </p:txBody>
      </p:sp>
      <p:sp>
        <p:nvSpPr>
          <p:cNvPr id="28" name="oval-29"/>
          <p:cNvSpPr/>
          <p:nvPr/>
        </p:nvSpPr>
        <p:spPr>
          <a:xfrm>
            <a:off x="8522208" y="5202936"/>
            <a:ext cx="347472" cy="347472"/>
          </a:xfrm>
          <a:prstGeom prst="ellipse">
            <a:avLst/>
          </a:prstGeom>
          <a:solidFill>
            <a:srgbClr val="4F46E5"/>
          </a:solidFill>
          <a:ln w="25400">
            <a:solidFill>
              <a:srgbClr val="FFFFFF"/>
            </a:solidFill>
            <a:prstDash val="solid"/>
          </a:ln>
        </p:spPr>
      </p:sp>
      <p:sp>
        <p:nvSpPr>
          <p:cNvPr id="29" name="text-30"/>
          <p:cNvSpPr txBox="1"/>
          <p:nvPr/>
        </p:nvSpPr>
        <p:spPr>
          <a:xfrm>
            <a:off x="8522208" y="5202936"/>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text-31"/>
          <p:cNvSpPr txBox="1"/>
          <p:nvPr/>
        </p:nvSpPr>
        <p:spPr>
          <a:xfrm>
            <a:off x="9006840" y="5184648"/>
            <a:ext cx="265176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Settings</a:t>
            </a:r>
            <a:pPr algn="l" indent="0" marL="0">
              <a:buNone/>
            </a:pPr>
            <a:r>
              <a:rPr lang="en-US" sz="1400" dirty="0">
                <a:solidFill>
                  <a:srgbClr val="5B6478"/>
                </a:solidFill>
                <a:latin typeface="Segoe UI" pitchFamily="34" charset="0"/>
                <a:ea typeface="Segoe UI" pitchFamily="34" charset="-122"/>
                <a:cs typeface="Segoe UI" pitchFamily="34" charset="-120"/>
              </a:rPr>
              <a:t>  Where recordings are saved.</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Inside a recording</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GETTING STARTED</a:t>
            </a:r>
            <a:endParaRPr lang="en-US" sz="1200" dirty="0"/>
          </a:p>
        </p:txBody>
      </p:sp>
      <p:sp>
        <p:nvSpPr>
          <p:cNvPr id="4" name="rect-5"/>
          <p:cNvSpPr/>
          <p:nvPr/>
        </p:nvSpPr>
        <p:spPr>
          <a:xfrm>
            <a:off x="484632" y="1444752"/>
            <a:ext cx="7717536" cy="4874984"/>
          </a:xfrm>
          <a:prstGeom prst="roundRect">
            <a:avLst>
              <a:gd name="adj" fmla="val 1876"/>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Recording page, REC section">    </p:cNvPr>
          <p:cNvPicPr>
            <a:picLocks noChangeAspect="1"/>
          </p:cNvPicPr>
          <p:nvPr/>
        </p:nvPicPr>
        <p:blipFill>
          <a:blip r:embed="rId1"/>
          <a:stretch>
            <a:fillRect/>
          </a:stretch>
        </p:blipFill>
        <p:spPr>
          <a:xfrm>
            <a:off x="548640" y="1508760"/>
            <a:ext cx="7589520" cy="4746968"/>
          </a:xfrm>
          <a:prstGeom prst="rect">
            <a:avLst/>
          </a:prstGeom>
        </p:spPr>
      </p:pic>
      <p:sp>
        <p:nvSpPr>
          <p:cNvPr id="6" name="oval-7"/>
          <p:cNvSpPr/>
          <p:nvPr/>
        </p:nvSpPr>
        <p:spPr>
          <a:xfrm>
            <a:off x="1463616" y="2081317"/>
            <a:ext cx="384048" cy="384048"/>
          </a:xfrm>
          <a:prstGeom prst="ellipse">
            <a:avLst/>
          </a:prstGeom>
          <a:solidFill>
            <a:srgbClr val="4F46E5"/>
          </a:solidFill>
          <a:ln w="25400">
            <a:solidFill>
              <a:srgbClr val="FFFFFF"/>
            </a:solidFill>
            <a:prstDash val="solid"/>
          </a:ln>
        </p:spPr>
      </p:sp>
      <p:sp>
        <p:nvSpPr>
          <p:cNvPr id="7" name="text-8"/>
          <p:cNvSpPr txBox="1"/>
          <p:nvPr/>
        </p:nvSpPr>
        <p:spPr>
          <a:xfrm>
            <a:off x="1463616" y="20813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8" name="oval-9"/>
          <p:cNvSpPr/>
          <p:nvPr/>
        </p:nvSpPr>
        <p:spPr>
          <a:xfrm>
            <a:off x="2462731" y="2081317"/>
            <a:ext cx="384048" cy="384048"/>
          </a:xfrm>
          <a:prstGeom prst="ellipse">
            <a:avLst/>
          </a:prstGeom>
          <a:solidFill>
            <a:srgbClr val="4F46E5"/>
          </a:solidFill>
          <a:ln w="25400">
            <a:solidFill>
              <a:srgbClr val="FFFFFF"/>
            </a:solidFill>
            <a:prstDash val="solid"/>
          </a:ln>
        </p:spPr>
      </p:sp>
      <p:sp>
        <p:nvSpPr>
          <p:cNvPr id="9" name="text-10"/>
          <p:cNvSpPr txBox="1"/>
          <p:nvPr/>
        </p:nvSpPr>
        <p:spPr>
          <a:xfrm>
            <a:off x="2462731" y="20813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0" name="oval-11"/>
          <p:cNvSpPr/>
          <p:nvPr/>
        </p:nvSpPr>
        <p:spPr>
          <a:xfrm>
            <a:off x="3461846" y="2081317"/>
            <a:ext cx="384048" cy="384048"/>
          </a:xfrm>
          <a:prstGeom prst="ellipse">
            <a:avLst/>
          </a:prstGeom>
          <a:solidFill>
            <a:srgbClr val="4F46E5"/>
          </a:solidFill>
          <a:ln w="25400">
            <a:solidFill>
              <a:srgbClr val="FFFFFF"/>
            </a:solidFill>
            <a:prstDash val="solid"/>
          </a:ln>
        </p:spPr>
      </p:sp>
      <p:sp>
        <p:nvSpPr>
          <p:cNvPr id="11" name="text-12"/>
          <p:cNvSpPr txBox="1"/>
          <p:nvPr/>
        </p:nvSpPr>
        <p:spPr>
          <a:xfrm>
            <a:off x="3461846" y="20813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2" name="oval-13"/>
          <p:cNvSpPr/>
          <p:nvPr/>
        </p:nvSpPr>
        <p:spPr>
          <a:xfrm>
            <a:off x="4460961" y="2081317"/>
            <a:ext cx="384048" cy="384048"/>
          </a:xfrm>
          <a:prstGeom prst="ellipse">
            <a:avLst/>
          </a:prstGeom>
          <a:solidFill>
            <a:srgbClr val="4F46E5"/>
          </a:solidFill>
          <a:ln w="25400">
            <a:solidFill>
              <a:srgbClr val="FFFFFF"/>
            </a:solidFill>
            <a:prstDash val="solid"/>
          </a:ln>
        </p:spPr>
      </p:sp>
      <p:sp>
        <p:nvSpPr>
          <p:cNvPr id="13" name="text-14"/>
          <p:cNvSpPr txBox="1"/>
          <p:nvPr/>
        </p:nvSpPr>
        <p:spPr>
          <a:xfrm>
            <a:off x="4460961" y="20813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4" name="oval-15"/>
          <p:cNvSpPr/>
          <p:nvPr/>
        </p:nvSpPr>
        <p:spPr>
          <a:xfrm>
            <a:off x="7852322" y="1457456"/>
            <a:ext cx="384048" cy="384048"/>
          </a:xfrm>
          <a:prstGeom prst="ellipse">
            <a:avLst/>
          </a:prstGeom>
          <a:solidFill>
            <a:srgbClr val="4F46E5"/>
          </a:solidFill>
          <a:ln w="25400">
            <a:solidFill>
              <a:srgbClr val="FFFFFF"/>
            </a:solidFill>
            <a:prstDash val="solid"/>
          </a:ln>
        </p:spPr>
      </p:sp>
      <p:sp>
        <p:nvSpPr>
          <p:cNvPr id="15" name="text-16"/>
          <p:cNvSpPr txBox="1"/>
          <p:nvPr/>
        </p:nvSpPr>
        <p:spPr>
          <a:xfrm>
            <a:off x="7852322" y="145745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6" name="oval-17"/>
          <p:cNvSpPr/>
          <p:nvPr/>
        </p:nvSpPr>
        <p:spPr>
          <a:xfrm>
            <a:off x="1238464" y="5960509"/>
            <a:ext cx="384048" cy="384048"/>
          </a:xfrm>
          <a:prstGeom prst="ellipse">
            <a:avLst/>
          </a:prstGeom>
          <a:solidFill>
            <a:srgbClr val="4F46E5"/>
          </a:solidFill>
          <a:ln w="25400">
            <a:solidFill>
              <a:srgbClr val="FFFFFF"/>
            </a:solidFill>
            <a:prstDash val="solid"/>
          </a:ln>
        </p:spPr>
      </p:sp>
      <p:sp>
        <p:nvSpPr>
          <p:cNvPr id="17" name="text-18"/>
          <p:cNvSpPr txBox="1"/>
          <p:nvPr/>
        </p:nvSpPr>
        <p:spPr>
          <a:xfrm>
            <a:off x="1238464" y="596050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18" name="oval-19"/>
          <p:cNvSpPr/>
          <p:nvPr/>
        </p:nvSpPr>
        <p:spPr>
          <a:xfrm>
            <a:off x="8522208" y="1618488"/>
            <a:ext cx="347472" cy="347472"/>
          </a:xfrm>
          <a:prstGeom prst="ellipse">
            <a:avLst/>
          </a:prstGeom>
          <a:solidFill>
            <a:srgbClr val="4F46E5"/>
          </a:solidFill>
          <a:ln w="25400">
            <a:solidFill>
              <a:srgbClr val="FFFFFF"/>
            </a:solidFill>
            <a:prstDash val="solid"/>
          </a:ln>
        </p:spPr>
      </p:sp>
      <p:sp>
        <p:nvSpPr>
          <p:cNvPr id="19" name="text-20"/>
          <p:cNvSpPr txBox="1"/>
          <p:nvPr/>
        </p:nvSpPr>
        <p:spPr>
          <a:xfrm>
            <a:off x="8522208" y="161848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0" name="text-21"/>
          <p:cNvSpPr txBox="1"/>
          <p:nvPr/>
        </p:nvSpPr>
        <p:spPr>
          <a:xfrm>
            <a:off x="9006840" y="1600200"/>
            <a:ext cx="265176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REC</a:t>
            </a:r>
            <a:pPr algn="l" indent="0" marL="0">
              <a:buNone/>
            </a:pPr>
            <a:r>
              <a:rPr lang="en-US" sz="1400" dirty="0">
                <a:solidFill>
                  <a:srgbClr val="5B6478"/>
                </a:solidFill>
                <a:latin typeface="Segoe UI" pitchFamily="34" charset="0"/>
                <a:ea typeface="Segoe UI" pitchFamily="34" charset="-122"/>
                <a:cs typeface="Segoe UI" pitchFamily="34" charset="-120"/>
              </a:rPr>
              <a:t>  Record or re-record the task.</a:t>
            </a:r>
            <a:endParaRPr lang="en-US" sz="1400" dirty="0"/>
          </a:p>
        </p:txBody>
      </p:sp>
      <p:sp>
        <p:nvSpPr>
          <p:cNvPr id="21" name="oval-22"/>
          <p:cNvSpPr/>
          <p:nvPr/>
        </p:nvSpPr>
        <p:spPr>
          <a:xfrm>
            <a:off x="8522208" y="2368296"/>
            <a:ext cx="347472" cy="347472"/>
          </a:xfrm>
          <a:prstGeom prst="ellipse">
            <a:avLst/>
          </a:prstGeom>
          <a:solidFill>
            <a:srgbClr val="4F46E5"/>
          </a:solidFill>
          <a:ln w="25400">
            <a:solidFill>
              <a:srgbClr val="FFFFFF"/>
            </a:solidFill>
            <a:prstDash val="solid"/>
          </a:ln>
        </p:spPr>
      </p:sp>
      <p:sp>
        <p:nvSpPr>
          <p:cNvPr id="22" name="text-23"/>
          <p:cNvSpPr txBox="1"/>
          <p:nvPr/>
        </p:nvSpPr>
        <p:spPr>
          <a:xfrm>
            <a:off x="8522208" y="2368296"/>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3" name="text-24"/>
          <p:cNvSpPr txBox="1"/>
          <p:nvPr/>
        </p:nvSpPr>
        <p:spPr>
          <a:xfrm>
            <a:off x="9006840" y="2350008"/>
            <a:ext cx="265176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PLAY</a:t>
            </a:r>
            <a:pPr algn="l" indent="0" marL="0">
              <a:buNone/>
            </a:pPr>
            <a:r>
              <a:rPr lang="en-US" sz="1400" dirty="0">
                <a:solidFill>
                  <a:srgbClr val="5B6478"/>
                </a:solidFill>
                <a:latin typeface="Segoe UI" pitchFamily="34" charset="0"/>
                <a:ea typeface="Segoe UI" pitchFamily="34" charset="-122"/>
                <a:cs typeface="Segoe UI" pitchFamily="34" charset="-120"/>
              </a:rPr>
              <a:t>  Run it, with data and options.</a:t>
            </a:r>
            <a:endParaRPr lang="en-US" sz="1400" dirty="0"/>
          </a:p>
        </p:txBody>
      </p:sp>
      <p:sp>
        <p:nvSpPr>
          <p:cNvPr id="24" name="oval-25"/>
          <p:cNvSpPr/>
          <p:nvPr/>
        </p:nvSpPr>
        <p:spPr>
          <a:xfrm>
            <a:off x="8522208" y="3118104"/>
            <a:ext cx="347472" cy="347472"/>
          </a:xfrm>
          <a:prstGeom prst="ellipse">
            <a:avLst/>
          </a:prstGeom>
          <a:solidFill>
            <a:srgbClr val="4F46E5"/>
          </a:solidFill>
          <a:ln w="25400">
            <a:solidFill>
              <a:srgbClr val="FFFFFF"/>
            </a:solidFill>
            <a:prstDash val="solid"/>
          </a:ln>
        </p:spPr>
      </p:sp>
      <p:sp>
        <p:nvSpPr>
          <p:cNvPr id="25" name="text-26"/>
          <p:cNvSpPr txBox="1"/>
          <p:nvPr/>
        </p:nvSpPr>
        <p:spPr>
          <a:xfrm>
            <a:off x="8522208" y="311810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6" name="text-27"/>
          <p:cNvSpPr txBox="1"/>
          <p:nvPr/>
        </p:nvSpPr>
        <p:spPr>
          <a:xfrm>
            <a:off x="9006840" y="3099816"/>
            <a:ext cx="265176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EDIT</a:t>
            </a:r>
            <a:pPr algn="l" indent="0" marL="0">
              <a:buNone/>
            </a:pPr>
            <a:r>
              <a:rPr lang="en-US" sz="1400" dirty="0">
                <a:solidFill>
                  <a:srgbClr val="5B6478"/>
                </a:solidFill>
                <a:latin typeface="Segoe UI" pitchFamily="34" charset="0"/>
                <a:ea typeface="Segoe UI" pitchFamily="34" charset="-122"/>
                <a:cs typeface="Segoe UI" pitchFamily="34" charset="-120"/>
              </a:rPr>
              <a:t>  See and change the steps.</a:t>
            </a:r>
            <a:endParaRPr lang="en-US" sz="1400" dirty="0"/>
          </a:p>
        </p:txBody>
      </p:sp>
      <p:sp>
        <p:nvSpPr>
          <p:cNvPr id="27" name="oval-28"/>
          <p:cNvSpPr/>
          <p:nvPr/>
        </p:nvSpPr>
        <p:spPr>
          <a:xfrm>
            <a:off x="8522208" y="3867912"/>
            <a:ext cx="347472" cy="347472"/>
          </a:xfrm>
          <a:prstGeom prst="ellipse">
            <a:avLst/>
          </a:prstGeom>
          <a:solidFill>
            <a:srgbClr val="4F46E5"/>
          </a:solidFill>
          <a:ln w="25400">
            <a:solidFill>
              <a:srgbClr val="FFFFFF"/>
            </a:solidFill>
            <a:prstDash val="solid"/>
          </a:ln>
        </p:spPr>
      </p:sp>
      <p:sp>
        <p:nvSpPr>
          <p:cNvPr id="28" name="text-29"/>
          <p:cNvSpPr txBox="1"/>
          <p:nvPr/>
        </p:nvSpPr>
        <p:spPr>
          <a:xfrm>
            <a:off x="8522208" y="3867912"/>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9" name="text-30"/>
          <p:cNvSpPr txBox="1"/>
          <p:nvPr/>
        </p:nvSpPr>
        <p:spPr>
          <a:xfrm>
            <a:off x="9006840" y="3849624"/>
            <a:ext cx="265176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REPORT</a:t>
            </a:r>
            <a:pPr algn="l" indent="0" marL="0">
              <a:buNone/>
            </a:pPr>
            <a:r>
              <a:rPr lang="en-US" sz="1400" dirty="0">
                <a:solidFill>
                  <a:srgbClr val="5B6478"/>
                </a:solidFill>
                <a:latin typeface="Segoe UI" pitchFamily="34" charset="0"/>
                <a:ea typeface="Segoe UI" pitchFamily="34" charset="-122"/>
                <a:cs typeface="Segoe UI" pitchFamily="34" charset="-120"/>
              </a:rPr>
              <a:t>  A readable page of all steps.</a:t>
            </a:r>
            <a:endParaRPr lang="en-US" sz="1400" dirty="0"/>
          </a:p>
        </p:txBody>
      </p:sp>
      <p:sp>
        <p:nvSpPr>
          <p:cNvPr id="30" name="oval-31"/>
          <p:cNvSpPr/>
          <p:nvPr/>
        </p:nvSpPr>
        <p:spPr>
          <a:xfrm>
            <a:off x="8522208" y="4617720"/>
            <a:ext cx="347472" cy="347472"/>
          </a:xfrm>
          <a:prstGeom prst="ellipse">
            <a:avLst/>
          </a:prstGeom>
          <a:solidFill>
            <a:srgbClr val="4F46E5"/>
          </a:solidFill>
          <a:ln w="25400">
            <a:solidFill>
              <a:srgbClr val="FFFFFF"/>
            </a:solidFill>
            <a:prstDash val="solid"/>
          </a:ln>
        </p:spPr>
      </p:sp>
      <p:sp>
        <p:nvSpPr>
          <p:cNvPr id="31" name="text-32"/>
          <p:cNvSpPr txBox="1"/>
          <p:nvPr/>
        </p:nvSpPr>
        <p:spPr>
          <a:xfrm>
            <a:off x="8522208" y="461772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2" name="text-33"/>
          <p:cNvSpPr txBox="1"/>
          <p:nvPr/>
        </p:nvSpPr>
        <p:spPr>
          <a:xfrm>
            <a:off x="9006840" y="4599432"/>
            <a:ext cx="265176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Status</a:t>
            </a:r>
            <a:pPr algn="l" indent="0" marL="0">
              <a:buNone/>
            </a:pPr>
            <a:r>
              <a:rPr lang="en-US" sz="1400" dirty="0">
                <a:solidFill>
                  <a:srgbClr val="5B6478"/>
                </a:solidFill>
                <a:latin typeface="Segoe UI" pitchFamily="34" charset="0"/>
                <a:ea typeface="Segoe UI" pitchFamily="34" charset="-122"/>
                <a:cs typeface="Segoe UI" pitchFamily="34" charset="-120"/>
              </a:rPr>
              <a:t>  Ready, Starting, Recording, Playing.</a:t>
            </a:r>
            <a:endParaRPr lang="en-US" sz="1400" dirty="0"/>
          </a:p>
        </p:txBody>
      </p:sp>
      <p:sp>
        <p:nvSpPr>
          <p:cNvPr id="33" name="oval-34"/>
          <p:cNvSpPr/>
          <p:nvPr/>
        </p:nvSpPr>
        <p:spPr>
          <a:xfrm>
            <a:off x="8522208" y="5367528"/>
            <a:ext cx="347472" cy="347472"/>
          </a:xfrm>
          <a:prstGeom prst="ellipse">
            <a:avLst/>
          </a:prstGeom>
          <a:solidFill>
            <a:srgbClr val="4F46E5"/>
          </a:solidFill>
          <a:ln w="25400">
            <a:solidFill>
              <a:srgbClr val="FFFFFF"/>
            </a:solidFill>
            <a:prstDash val="solid"/>
          </a:ln>
        </p:spPr>
      </p:sp>
      <p:sp>
        <p:nvSpPr>
          <p:cNvPr id="34" name="text-35"/>
          <p:cNvSpPr txBox="1"/>
          <p:nvPr/>
        </p:nvSpPr>
        <p:spPr>
          <a:xfrm>
            <a:off x="8522208" y="536752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5" name="text-36"/>
          <p:cNvSpPr txBox="1"/>
          <p:nvPr/>
        </p:nvSpPr>
        <p:spPr>
          <a:xfrm>
            <a:off x="9006840" y="5349240"/>
            <a:ext cx="2651760" cy="749808"/>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Activity</a:t>
            </a:r>
            <a:pPr algn="l" indent="0" marL="0">
              <a:buNone/>
            </a:pPr>
            <a:r>
              <a:rPr lang="en-US" sz="1400" dirty="0">
                <a:solidFill>
                  <a:srgbClr val="5B6478"/>
                </a:solidFill>
                <a:latin typeface="Segoe UI" pitchFamily="34" charset="0"/>
                <a:ea typeface="Segoe UI" pitchFamily="34" charset="-122"/>
                <a:cs typeface="Segoe UI" pitchFamily="34" charset="-120"/>
              </a:rPr>
              <a:t>  What rpabot is doing. Click to see the full log.</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Record a task</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E5484D"/>
                </a:solidFill>
                <a:latin typeface="Segoe UI Semibold" pitchFamily="34" charset="0"/>
                <a:ea typeface="Segoe UI Semibold" pitchFamily="34" charset="-122"/>
                <a:cs typeface="Segoe UI Semibold" pitchFamily="34" charset="-120"/>
              </a:rPr>
              <a:t>RECORD</a:t>
            </a:r>
            <a:endParaRPr lang="en-US" sz="1200" dirty="0"/>
          </a:p>
        </p:txBody>
      </p:sp>
      <p:sp>
        <p:nvSpPr>
          <p:cNvPr id="4" name="rect-5"/>
          <p:cNvSpPr/>
          <p:nvPr/>
        </p:nvSpPr>
        <p:spPr>
          <a:xfrm>
            <a:off x="484632" y="1444752"/>
            <a:ext cx="6528816" cy="4131483"/>
          </a:xfrm>
          <a:prstGeom prst="roundRect">
            <a:avLst>
              <a:gd name="adj" fmla="val 2213"/>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REC section: Start recording">    </p:cNvPr>
          <p:cNvPicPr>
            <a:picLocks noChangeAspect="1"/>
          </p:cNvPicPr>
          <p:nvPr/>
        </p:nvPicPr>
        <p:blipFill>
          <a:blip r:embed="rId1"/>
          <a:stretch>
            <a:fillRect/>
          </a:stretch>
        </p:blipFill>
        <p:spPr>
          <a:xfrm>
            <a:off x="548640" y="1508760"/>
            <a:ext cx="6400800" cy="4003467"/>
          </a:xfrm>
          <a:prstGeom prst="rect">
            <a:avLst/>
          </a:prstGeom>
        </p:spPr>
      </p:pic>
      <p:sp>
        <p:nvSpPr>
          <p:cNvPr id="6" name="oval-7"/>
          <p:cNvSpPr/>
          <p:nvPr/>
        </p:nvSpPr>
        <p:spPr>
          <a:xfrm>
            <a:off x="1733302" y="3085066"/>
            <a:ext cx="384048" cy="384048"/>
          </a:xfrm>
          <a:prstGeom prst="ellipse">
            <a:avLst/>
          </a:prstGeom>
          <a:solidFill>
            <a:srgbClr val="E5484D"/>
          </a:solidFill>
          <a:ln w="25400">
            <a:solidFill>
              <a:srgbClr val="FFFFFF"/>
            </a:solidFill>
            <a:prstDash val="solid"/>
          </a:ln>
        </p:spPr>
      </p:sp>
      <p:sp>
        <p:nvSpPr>
          <p:cNvPr id="7" name="text-8"/>
          <p:cNvSpPr txBox="1"/>
          <p:nvPr/>
        </p:nvSpPr>
        <p:spPr>
          <a:xfrm>
            <a:off x="1733302" y="308506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8" name="oval-9"/>
          <p:cNvSpPr/>
          <p:nvPr/>
        </p:nvSpPr>
        <p:spPr>
          <a:xfrm>
            <a:off x="1543415" y="2551006"/>
            <a:ext cx="384048" cy="384048"/>
          </a:xfrm>
          <a:prstGeom prst="ellipse">
            <a:avLst/>
          </a:prstGeom>
          <a:solidFill>
            <a:srgbClr val="E5484D"/>
          </a:solidFill>
          <a:ln w="25400">
            <a:solidFill>
              <a:srgbClr val="FFFFFF"/>
            </a:solidFill>
            <a:prstDash val="solid"/>
          </a:ln>
        </p:spPr>
      </p:sp>
      <p:sp>
        <p:nvSpPr>
          <p:cNvPr id="9" name="text-10"/>
          <p:cNvSpPr txBox="1"/>
          <p:nvPr/>
        </p:nvSpPr>
        <p:spPr>
          <a:xfrm>
            <a:off x="1543415" y="255100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0" name="oval-11"/>
          <p:cNvSpPr/>
          <p:nvPr/>
        </p:nvSpPr>
        <p:spPr>
          <a:xfrm>
            <a:off x="7287768" y="1572768"/>
            <a:ext cx="347472" cy="347472"/>
          </a:xfrm>
          <a:prstGeom prst="ellipse">
            <a:avLst/>
          </a:prstGeom>
          <a:solidFill>
            <a:srgbClr val="E5484D"/>
          </a:solidFill>
          <a:ln w="25400">
            <a:solidFill>
              <a:srgbClr val="FFFFFF"/>
            </a:solidFill>
            <a:prstDash val="solid"/>
          </a:ln>
        </p:spPr>
      </p:sp>
      <p:sp>
        <p:nvSpPr>
          <p:cNvPr id="11" name="text-12"/>
          <p:cNvSpPr txBox="1"/>
          <p:nvPr/>
        </p:nvSpPr>
        <p:spPr>
          <a:xfrm>
            <a:off x="7287768" y="157276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13"/>
          <p:cNvSpPr txBox="1"/>
          <p:nvPr/>
        </p:nvSpPr>
        <p:spPr>
          <a:xfrm>
            <a:off x="7772400" y="1554480"/>
            <a:ext cx="3886200" cy="75895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Prepare</a:t>
            </a:r>
            <a:pPr algn="l" indent="0" marL="0">
              <a:buNone/>
            </a:pPr>
            <a:r>
              <a:rPr lang="en-US" sz="1400" dirty="0">
                <a:solidFill>
                  <a:srgbClr val="5B6478"/>
                </a:solidFill>
                <a:latin typeface="Segoe UI" pitchFamily="34" charset="0"/>
                <a:ea typeface="Segoe UI" pitchFamily="34" charset="-122"/>
                <a:cs typeface="Segoe UI" pitchFamily="34" charset="-120"/>
              </a:rPr>
              <a:t>  Open the page you start from: logged in, right tab, zoom 100%.</a:t>
            </a:r>
            <a:endParaRPr lang="en-US" sz="1400" dirty="0"/>
          </a:p>
        </p:txBody>
      </p:sp>
      <p:sp>
        <p:nvSpPr>
          <p:cNvPr id="13" name="oval-14"/>
          <p:cNvSpPr/>
          <p:nvPr/>
        </p:nvSpPr>
        <p:spPr>
          <a:xfrm>
            <a:off x="7287768" y="2331720"/>
            <a:ext cx="347472" cy="347472"/>
          </a:xfrm>
          <a:prstGeom prst="ellipse">
            <a:avLst/>
          </a:prstGeom>
          <a:solidFill>
            <a:srgbClr val="E5484D"/>
          </a:solidFill>
          <a:ln w="25400">
            <a:solidFill>
              <a:srgbClr val="FFFFFF"/>
            </a:solidFill>
            <a:prstDash val="solid"/>
          </a:ln>
        </p:spPr>
      </p:sp>
      <p:sp>
        <p:nvSpPr>
          <p:cNvPr id="14" name="text-15"/>
          <p:cNvSpPr txBox="1"/>
          <p:nvPr/>
        </p:nvSpPr>
        <p:spPr>
          <a:xfrm>
            <a:off x="7287768" y="233172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16"/>
          <p:cNvSpPr txBox="1"/>
          <p:nvPr/>
        </p:nvSpPr>
        <p:spPr>
          <a:xfrm>
            <a:off x="7772400" y="2313432"/>
            <a:ext cx="3886200" cy="75895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Start after</a:t>
            </a:r>
            <a:pPr algn="l" indent="0" marL="0">
              <a:buNone/>
            </a:pPr>
            <a:r>
              <a:rPr lang="en-US" sz="1400" dirty="0">
                <a:solidFill>
                  <a:srgbClr val="5B6478"/>
                </a:solidFill>
                <a:latin typeface="Segoe UI" pitchFamily="34" charset="0"/>
                <a:ea typeface="Segoe UI" pitchFamily="34" charset="-122"/>
                <a:cs typeface="Segoe UI" pitchFamily="34" charset="-120"/>
              </a:rPr>
              <a:t>  Seconds to switch to your app before recording starts.</a:t>
            </a:r>
            <a:endParaRPr lang="en-US" sz="1400" dirty="0"/>
          </a:p>
        </p:txBody>
      </p:sp>
      <p:sp>
        <p:nvSpPr>
          <p:cNvPr id="16" name="oval-17"/>
          <p:cNvSpPr/>
          <p:nvPr/>
        </p:nvSpPr>
        <p:spPr>
          <a:xfrm>
            <a:off x="7287768" y="3090672"/>
            <a:ext cx="347472" cy="347472"/>
          </a:xfrm>
          <a:prstGeom prst="ellipse">
            <a:avLst/>
          </a:prstGeom>
          <a:solidFill>
            <a:srgbClr val="E5484D"/>
          </a:solidFill>
          <a:ln w="25400">
            <a:solidFill>
              <a:srgbClr val="FFFFFF"/>
            </a:solidFill>
            <a:prstDash val="solid"/>
          </a:ln>
        </p:spPr>
      </p:sp>
      <p:sp>
        <p:nvSpPr>
          <p:cNvPr id="17" name="text-18"/>
          <p:cNvSpPr txBox="1"/>
          <p:nvPr/>
        </p:nvSpPr>
        <p:spPr>
          <a:xfrm>
            <a:off x="7287768" y="3090672"/>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19"/>
          <p:cNvSpPr txBox="1"/>
          <p:nvPr/>
        </p:nvSpPr>
        <p:spPr>
          <a:xfrm>
            <a:off x="7772400" y="3072384"/>
            <a:ext cx="3886200" cy="75895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Start recording</a:t>
            </a:r>
            <a:pPr algn="l" indent="0" marL="0">
              <a:buNone/>
            </a:pPr>
            <a:r>
              <a:rPr lang="en-US" sz="1400" dirty="0">
                <a:solidFill>
                  <a:srgbClr val="5B6478"/>
                </a:solidFill>
                <a:latin typeface="Segoe UI" pitchFamily="34" charset="0"/>
                <a:ea typeface="Segoe UI" pitchFamily="34" charset="-122"/>
                <a:cs typeface="Segoe UI" pitchFamily="34" charset="-120"/>
              </a:rPr>
              <a:t>  The window steps aside and a countdown begins.</a:t>
            </a:r>
            <a:endParaRPr lang="en-US" sz="1400" dirty="0"/>
          </a:p>
        </p:txBody>
      </p:sp>
      <p:sp>
        <p:nvSpPr>
          <p:cNvPr id="19" name="oval-20"/>
          <p:cNvSpPr/>
          <p:nvPr/>
        </p:nvSpPr>
        <p:spPr>
          <a:xfrm>
            <a:off x="7287768" y="3849624"/>
            <a:ext cx="347472" cy="347472"/>
          </a:xfrm>
          <a:prstGeom prst="ellipse">
            <a:avLst/>
          </a:prstGeom>
          <a:solidFill>
            <a:srgbClr val="E5484D"/>
          </a:solidFill>
          <a:ln w="25400">
            <a:solidFill>
              <a:srgbClr val="FFFFFF"/>
            </a:solidFill>
            <a:prstDash val="solid"/>
          </a:ln>
        </p:spPr>
      </p:sp>
      <p:sp>
        <p:nvSpPr>
          <p:cNvPr id="20" name="text-21"/>
          <p:cNvSpPr txBox="1"/>
          <p:nvPr/>
        </p:nvSpPr>
        <p:spPr>
          <a:xfrm>
            <a:off x="7287768" y="384962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1" name="text-22"/>
          <p:cNvSpPr txBox="1"/>
          <p:nvPr/>
        </p:nvSpPr>
        <p:spPr>
          <a:xfrm>
            <a:off x="7772400" y="3831336"/>
            <a:ext cx="3886200" cy="75895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Do the task once</a:t>
            </a:r>
            <a:pPr algn="l" indent="0" marL="0">
              <a:buNone/>
            </a:pPr>
            <a:r>
              <a:rPr lang="en-US" sz="1400" dirty="0">
                <a:solidFill>
                  <a:srgbClr val="5B6478"/>
                </a:solidFill>
                <a:latin typeface="Segoe UI" pitchFamily="34" charset="0"/>
                <a:ea typeface="Segoe UI" pitchFamily="34" charset="-122"/>
                <a:cs typeface="Segoe UI" pitchFamily="34" charset="-120"/>
              </a:rPr>
              <a:t>  Calmly. Click into each field before typing.</a:t>
            </a:r>
            <a:endParaRPr lang="en-US" sz="1400" dirty="0"/>
          </a:p>
        </p:txBody>
      </p:sp>
      <p:sp>
        <p:nvSpPr>
          <p:cNvPr id="22" name="oval-23"/>
          <p:cNvSpPr/>
          <p:nvPr/>
        </p:nvSpPr>
        <p:spPr>
          <a:xfrm>
            <a:off x="7287768" y="4608576"/>
            <a:ext cx="347472" cy="347472"/>
          </a:xfrm>
          <a:prstGeom prst="ellipse">
            <a:avLst/>
          </a:prstGeom>
          <a:solidFill>
            <a:srgbClr val="E5484D"/>
          </a:solidFill>
          <a:ln w="25400">
            <a:solidFill>
              <a:srgbClr val="FFFFFF"/>
            </a:solidFill>
            <a:prstDash val="solid"/>
          </a:ln>
        </p:spPr>
      </p:sp>
      <p:sp>
        <p:nvSpPr>
          <p:cNvPr id="23" name="text-24"/>
          <p:cNvSpPr txBox="1"/>
          <p:nvPr/>
        </p:nvSpPr>
        <p:spPr>
          <a:xfrm>
            <a:off x="7287768" y="4608576"/>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24" name="text-25"/>
          <p:cNvSpPr txBox="1"/>
          <p:nvPr/>
        </p:nvSpPr>
        <p:spPr>
          <a:xfrm>
            <a:off x="7772400" y="4590288"/>
            <a:ext cx="3886200" cy="75895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Finish</a:t>
            </a:r>
            <a:pPr algn="l" indent="0" marL="0">
              <a:buNone/>
            </a:pPr>
            <a:r>
              <a:rPr lang="en-US" sz="1400" dirty="0">
                <a:solidFill>
                  <a:srgbClr val="5B6478"/>
                </a:solidFill>
                <a:latin typeface="Segoe UI" pitchFamily="34" charset="0"/>
                <a:ea typeface="Segoe UI" pitchFamily="34" charset="-122"/>
                <a:cs typeface="Segoe UI" pitchFamily="34" charset="-120"/>
              </a:rPr>
              <a:t>  Press F10 or click ■ STOP. The steps are saved.</a:t>
            </a:r>
            <a:endParaRPr lang="en-US" sz="1400" dirty="0"/>
          </a:p>
        </p:txBody>
      </p:sp>
      <p:sp>
        <p:nvSpPr>
          <p:cNvPr id="25" name="rect-26"/>
          <p:cNvSpPr/>
          <p:nvPr/>
        </p:nvSpPr>
        <p:spPr>
          <a:xfrm>
            <a:off x="7525512" y="5559552"/>
            <a:ext cx="3511296" cy="544105"/>
          </a:xfrm>
          <a:prstGeom prst="roundRect">
            <a:avLst>
              <a:gd name="adj" fmla="val 16806"/>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26" name="image-27" descr="Floating STOP bar with status">    </p:cNvPr>
          <p:cNvPicPr>
            <a:picLocks noChangeAspect="1"/>
          </p:cNvPicPr>
          <p:nvPr/>
        </p:nvPicPr>
        <p:blipFill>
          <a:blip r:embed="rId2"/>
          <a:stretch>
            <a:fillRect/>
          </a:stretch>
        </p:blipFill>
        <p:spPr>
          <a:xfrm>
            <a:off x="7589520" y="5623560"/>
            <a:ext cx="3383280" cy="416089"/>
          </a:xfrm>
          <a:prstGeom prst="rect">
            <a:avLst/>
          </a:prstGeom>
        </p:spPr>
      </p:pic>
      <p:sp>
        <p:nvSpPr>
          <p:cNvPr id="27" name="text-28"/>
          <p:cNvSpPr txBox="1"/>
          <p:nvPr/>
        </p:nvSpPr>
        <p:spPr>
          <a:xfrm>
            <a:off x="7543800" y="6007608"/>
            <a:ext cx="4114800" cy="274320"/>
          </a:xfrm>
          <a:prstGeom prst="rect">
            <a:avLst/>
          </a:prstGeom>
          <a:noFill/>
          <a:ln/>
        </p:spPr>
        <p:txBody>
          <a:bodyPr wrap="square" lIns="0" tIns="0" rIns="0" bIns="0" rtlCol="0" anchor="t"/>
          <a:lstStyle/>
          <a:p>
            <a:pPr algn="l" indent="0" marL="0">
              <a:buNone/>
            </a:pPr>
            <a:r>
              <a:rPr lang="en-US" sz="1100" dirty="0">
                <a:solidFill>
                  <a:srgbClr val="5B6478"/>
                </a:solidFill>
                <a:latin typeface="Segoe UI" pitchFamily="34" charset="0"/>
                <a:ea typeface="Segoe UI" pitchFamily="34" charset="-122"/>
                <a:cs typeface="Segoe UI" pitchFamily="34" charset="-120"/>
              </a:rPr>
              <a:t>The STOP bar stays on top; its clicks are never recorded.</a:t>
            </a:r>
            <a:endParaRPr lang="en-US" sz="11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Mark a check while recording: F9</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E5484D"/>
                </a:solidFill>
                <a:latin typeface="Segoe UI Semibold" pitchFamily="34" charset="0"/>
                <a:ea typeface="Segoe UI Semibold" pitchFamily="34" charset="-122"/>
                <a:cs typeface="Segoe UI Semibold" pitchFamily="34" charset="-120"/>
              </a:rPr>
              <a:t>RECORD</a:t>
            </a:r>
            <a:endParaRPr lang="en-US" sz="1200" dirty="0"/>
          </a:p>
        </p:txBody>
      </p:sp>
      <p:sp>
        <p:nvSpPr>
          <p:cNvPr id="4" name="rect-5"/>
          <p:cNvSpPr/>
          <p:nvPr/>
        </p:nvSpPr>
        <p:spPr>
          <a:xfrm>
            <a:off x="484632" y="1581912"/>
            <a:ext cx="5888736" cy="2556555"/>
          </a:xfrm>
          <a:prstGeom prst="roundRect">
            <a:avLst>
              <a:gd name="adj" fmla="val 3577"/>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Recording paused pop-up (F9): add an OCR condition">    </p:cNvPr>
          <p:cNvPicPr>
            <a:picLocks noChangeAspect="1"/>
          </p:cNvPicPr>
          <p:nvPr/>
        </p:nvPicPr>
        <p:blipFill>
          <a:blip r:embed="rId1"/>
          <a:stretch>
            <a:fillRect/>
          </a:stretch>
        </p:blipFill>
        <p:spPr>
          <a:xfrm>
            <a:off x="548640" y="1645920"/>
            <a:ext cx="5760720" cy="2428539"/>
          </a:xfrm>
          <a:prstGeom prst="rect">
            <a:avLst/>
          </a:prstGeom>
        </p:spPr>
      </p:pic>
      <p:sp>
        <p:nvSpPr>
          <p:cNvPr id="6" name="text-7"/>
          <p:cNvSpPr txBox="1"/>
          <p:nvPr/>
        </p:nvSpPr>
        <p:spPr>
          <a:xfrm>
            <a:off x="6766560" y="1600200"/>
            <a:ext cx="4892040" cy="4206240"/>
          </a:xfrm>
          <a:prstGeom prst="rect">
            <a:avLst/>
          </a:prstGeom>
          <a:noFill/>
          <a:ln/>
        </p:spPr>
        <p:txBody>
          <a:bodyPr wrap="square" lIns="0" tIns="0" rIns="0" bIns="0" rtlCol="0" anchor="t"/>
          <a:lstStyle/>
          <a:p>
            <a:pPr algn="l" indent="0" marL="0">
              <a:spcAft>
                <a:spcPts val="1000"/>
              </a:spcAft>
              <a:buNone/>
            </a:pPr>
            <a:r>
              <a:rPr lang="en-US" sz="1700" dirty="0">
                <a:solidFill>
                  <a:srgbClr val="1E2433"/>
                </a:solidFill>
                <a:latin typeface="Segoe UI Semibold" pitchFamily="34" charset="0"/>
                <a:ea typeface="Segoe UI Semibold" pitchFamily="34" charset="-122"/>
                <a:cs typeface="Segoe UI Semibold" pitchFamily="34" charset="-120"/>
              </a:rPr>
              <a:t>Use F9 at the moment a message could appear</a:t>
            </a:r>
            <a:endParaRPr lang="en-US" sz="1700" dirty="0"/>
          </a:p>
          <a:p>
            <a:pPr algn="l" indent="0" marL="0">
              <a:spcAft>
                <a:spcPts val="1400"/>
              </a:spcAft>
              <a:buNone/>
            </a:pPr>
            <a:r>
              <a:rPr lang="en-US" sz="1500" dirty="0">
                <a:solidFill>
                  <a:srgbClr val="5B6478"/>
                </a:solidFill>
                <a:latin typeface="Segoe UI" pitchFamily="34" charset="0"/>
                <a:ea typeface="Segoe UI" pitchFamily="34" charset="-122"/>
                <a:cs typeface="Segoe UI" pitchFamily="34" charset="-120"/>
              </a:rPr>
              <a:t>For example “already exists”, “No results found” or an error.</a:t>
            </a:r>
            <a:endParaRPr lang="en-US" sz="17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Recording pauses. Type what to check, then </a:t>
            </a:r>
            <a:pPr algn="l" marL="228600" indent="-228600">
              <a:spcAft>
                <a:spcPts val="800"/>
              </a:spcAft>
              <a:buSzPct val="100000"/>
              <a:buChar char="•"/>
            </a:pPr>
            <a:r>
              <a:rPr lang="en-US" sz="1500" dirty="0">
                <a:solidFill>
                  <a:srgbClr val="1E2433"/>
                </a:solidFill>
                <a:latin typeface="Segoe UI Semibold" pitchFamily="34" charset="0"/>
                <a:ea typeface="Segoe UI Semibold" pitchFamily="34" charset="-122"/>
                <a:cs typeface="Segoe UI Semibold" pitchFamily="34" charset="-120"/>
              </a:rPr>
              <a:t>Add OCR condition &amp; continue.</a:t>
            </a:r>
            <a:endParaRPr lang="en-US" sz="17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You get a few seconds to switch back to your app.</a:t>
            </a:r>
            <a:endParaRPr lang="en-US" sz="17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Nothing you do during the pause is recorded.</a:t>
            </a:r>
            <a:endParaRPr lang="en-US" sz="1700" dirty="0"/>
          </a:p>
          <a:p>
            <a:pPr algn="l" marL="228600" indent="-228600">
              <a:buSzPct val="100000"/>
              <a:buChar char="•"/>
            </a:pPr>
            <a:r>
              <a:rPr lang="en-US" sz="1500" dirty="0">
                <a:solidFill>
                  <a:srgbClr val="1E2433"/>
                </a:solidFill>
                <a:latin typeface="Segoe UI" pitchFamily="34" charset="0"/>
                <a:ea typeface="Segoe UI" pitchFamily="34" charset="-122"/>
                <a:cs typeface="Segoe UI" pitchFamily="34" charset="-120"/>
              </a:rPr>
              <a:t>Finish the check later in the step editor: capture the screen, draw a box, type the text.</a:t>
            </a:r>
            <a:endParaRPr lang="en-US" sz="1700" dirty="0"/>
          </a:p>
        </p:txBody>
      </p:sp>
      <p:sp>
        <p:nvSpPr>
          <p:cNvPr id="7" name="rect-8"/>
          <p:cNvSpPr/>
          <p:nvPr/>
        </p:nvSpPr>
        <p:spPr>
          <a:xfrm>
            <a:off x="548640" y="4526280"/>
            <a:ext cx="5760720" cy="1143000"/>
          </a:xfrm>
          <a:prstGeom prst="roundRect">
            <a:avLst>
              <a:gd name="adj" fmla="val 9600"/>
            </a:avLst>
          </a:prstGeom>
          <a:solidFill>
            <a:srgbClr val="FFF4DE"/>
          </a:solidFill>
          <a:ln w="12700">
            <a:solidFill>
              <a:srgbClr val="FFF4DE"/>
            </a:solidFill>
            <a:prstDash val="solid"/>
          </a:ln>
        </p:spPr>
      </p:sp>
      <p:sp>
        <p:nvSpPr>
          <p:cNvPr id="8" name="text-9"/>
          <p:cNvSpPr txBox="1"/>
          <p:nvPr/>
        </p:nvSpPr>
        <p:spPr>
          <a:xfrm>
            <a:off x="777240" y="4526280"/>
            <a:ext cx="5394960" cy="1143000"/>
          </a:xfrm>
          <a:prstGeom prst="rect">
            <a:avLst/>
          </a:prstGeom>
          <a:noFill/>
          <a:ln/>
        </p:spPr>
        <p:txBody>
          <a:bodyPr wrap="square" lIns="0" tIns="0" rIns="0" bIns="0" rtlCol="0" anchor="ctr"/>
          <a:lstStyle/>
          <a:p>
            <a:pPr algn="l" indent="0" marL="0">
              <a:buNone/>
            </a:pPr>
            <a:r>
              <a:rPr lang="en-US" sz="1400" dirty="0">
                <a:solidFill>
                  <a:srgbClr val="B45309"/>
                </a:solidFill>
                <a:latin typeface="Segoe UI Semibold" pitchFamily="34" charset="0"/>
                <a:ea typeface="Segoe UI Semibold" pitchFamily="34" charset="-122"/>
                <a:cs typeface="Segoe UI Semibold" pitchFamily="34" charset="-120"/>
              </a:rPr>
              <a:t>Tip: </a:t>
            </a:r>
            <a:pPr algn="l" indent="0" marL="0">
              <a:buNone/>
            </a:pPr>
            <a:r>
              <a:rPr lang="en-US" sz="1400" dirty="0">
                <a:solidFill>
                  <a:srgbClr val="B45309"/>
                </a:solidFill>
                <a:latin typeface="Segoe UI" pitchFamily="34" charset="0"/>
                <a:ea typeface="Segoe UI" pitchFamily="34" charset="-122"/>
                <a:cs typeface="Segoe UI" pitchFamily="34" charset="-120"/>
              </a:rPr>
              <a:t>F9 and F10 are rpabot's own keys. They are never saved as steps.</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Review the steps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D97706"/>
                </a:solidFill>
                <a:latin typeface="Segoe UI Semibold" pitchFamily="34" charset="0"/>
                <a:ea typeface="Segoe UI Semibold" pitchFamily="34" charset="-122"/>
                <a:cs typeface="Segoe UI Semibold" pitchFamily="34" charset="-120"/>
              </a:rPr>
              <a:t>REVIEW AND EDIT</a:t>
            </a:r>
            <a:endParaRPr lang="en-US" sz="1200" dirty="0"/>
          </a:p>
        </p:txBody>
      </p:sp>
      <p:sp>
        <p:nvSpPr>
          <p:cNvPr id="4" name="rect-5"/>
          <p:cNvSpPr/>
          <p:nvPr/>
        </p:nvSpPr>
        <p:spPr>
          <a:xfrm>
            <a:off x="484632" y="1444752"/>
            <a:ext cx="7077456" cy="4474637"/>
          </a:xfrm>
          <a:prstGeom prst="roundRect">
            <a:avLst>
              <a:gd name="adj" fmla="val 2044"/>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Recording page, EDIT section with the step list">    </p:cNvPr>
          <p:cNvPicPr>
            <a:picLocks noChangeAspect="1"/>
          </p:cNvPicPr>
          <p:nvPr/>
        </p:nvPicPr>
        <p:blipFill>
          <a:blip r:embed="rId1"/>
          <a:stretch>
            <a:fillRect/>
          </a:stretch>
        </p:blipFill>
        <p:spPr>
          <a:xfrm>
            <a:off x="548640" y="1508760"/>
            <a:ext cx="6949440" cy="4346621"/>
          </a:xfrm>
          <a:prstGeom prst="rect">
            <a:avLst/>
          </a:prstGeom>
        </p:spPr>
      </p:pic>
      <p:sp>
        <p:nvSpPr>
          <p:cNvPr id="6" name="text-7"/>
          <p:cNvSpPr txBox="1"/>
          <p:nvPr/>
        </p:nvSpPr>
        <p:spPr>
          <a:xfrm>
            <a:off x="7909560" y="1554480"/>
            <a:ext cx="3749040" cy="365760"/>
          </a:xfrm>
          <a:prstGeom prst="rect">
            <a:avLst/>
          </a:prstGeom>
          <a:noFill/>
          <a:ln/>
        </p:spPr>
        <p:txBody>
          <a:bodyPr wrap="square" lIns="0" tIns="0" rIns="0" bIns="0" rtlCol="0" anchor="t"/>
          <a:lstStyle/>
          <a:p>
            <a:pPr algn="l" indent="0" marL="0">
              <a:buNone/>
            </a:pPr>
            <a:r>
              <a:rPr lang="en-US" sz="1600" dirty="0">
                <a:solidFill>
                  <a:srgbClr val="1E2433"/>
                </a:solidFill>
                <a:latin typeface="Segoe UI Semibold" pitchFamily="34" charset="0"/>
                <a:ea typeface="Segoe UI Semibold" pitchFamily="34" charset="-122"/>
                <a:cs typeface="Segoe UI Semibold" pitchFamily="34" charset="-120"/>
              </a:rPr>
              <a:t>Colours in the list</a:t>
            </a:r>
            <a:endParaRPr lang="en-US" sz="1600" dirty="0"/>
          </a:p>
        </p:txBody>
      </p:sp>
      <p:sp>
        <p:nvSpPr>
          <p:cNvPr id="7" name="oval-8"/>
          <p:cNvSpPr/>
          <p:nvPr/>
        </p:nvSpPr>
        <p:spPr>
          <a:xfrm>
            <a:off x="7909560" y="2057400"/>
            <a:ext cx="201168" cy="201168"/>
          </a:xfrm>
          <a:prstGeom prst="ellipse">
            <a:avLst/>
          </a:prstGeom>
          <a:solidFill>
            <a:srgbClr val="16A34A"/>
          </a:solidFill>
          <a:ln/>
        </p:spPr>
      </p:sp>
      <p:sp>
        <p:nvSpPr>
          <p:cNvPr id="8" name="text-9"/>
          <p:cNvSpPr txBox="1"/>
          <p:nvPr/>
        </p:nvSpPr>
        <p:spPr>
          <a:xfrm>
            <a:off x="8229600" y="1965960"/>
            <a:ext cx="3474720" cy="3657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Clicked / Hovered / Scrolled</a:t>
            </a:r>
            <a:endParaRPr lang="en-US" sz="1400" dirty="0"/>
          </a:p>
        </p:txBody>
      </p:sp>
      <p:sp>
        <p:nvSpPr>
          <p:cNvPr id="9" name="oval-10"/>
          <p:cNvSpPr/>
          <p:nvPr/>
        </p:nvSpPr>
        <p:spPr>
          <a:xfrm>
            <a:off x="7909560" y="2468880"/>
            <a:ext cx="201168" cy="201168"/>
          </a:xfrm>
          <a:prstGeom prst="ellipse">
            <a:avLst/>
          </a:prstGeom>
          <a:solidFill>
            <a:srgbClr val="2563EB"/>
          </a:solidFill>
          <a:ln/>
        </p:spPr>
      </p:sp>
      <p:sp>
        <p:nvSpPr>
          <p:cNvPr id="10" name="text-11"/>
          <p:cNvSpPr txBox="1"/>
          <p:nvPr/>
        </p:nvSpPr>
        <p:spPr>
          <a:xfrm>
            <a:off x="8229600" y="2377440"/>
            <a:ext cx="3474720" cy="3657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Typed text</a:t>
            </a:r>
            <a:endParaRPr lang="en-US" sz="1400" dirty="0"/>
          </a:p>
        </p:txBody>
      </p:sp>
      <p:sp>
        <p:nvSpPr>
          <p:cNvPr id="11" name="oval-12"/>
          <p:cNvSpPr/>
          <p:nvPr/>
        </p:nvSpPr>
        <p:spPr>
          <a:xfrm>
            <a:off x="7909560" y="2880360"/>
            <a:ext cx="201168" cy="201168"/>
          </a:xfrm>
          <a:prstGeom prst="ellipse">
            <a:avLst/>
          </a:prstGeom>
          <a:solidFill>
            <a:srgbClr val="B45309"/>
          </a:solidFill>
          <a:ln/>
        </p:spPr>
      </p:sp>
      <p:sp>
        <p:nvSpPr>
          <p:cNvPr id="12" name="text-13"/>
          <p:cNvSpPr txBox="1"/>
          <p:nvPr/>
        </p:nvSpPr>
        <p:spPr>
          <a:xfrm>
            <a:off x="8229600" y="2788920"/>
            <a:ext cx="3474720" cy="3657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Key pressed</a:t>
            </a:r>
            <a:endParaRPr lang="en-US" sz="1400" dirty="0"/>
          </a:p>
        </p:txBody>
      </p:sp>
      <p:sp>
        <p:nvSpPr>
          <p:cNvPr id="13" name="oval-14"/>
          <p:cNvSpPr/>
          <p:nvPr/>
        </p:nvSpPr>
        <p:spPr>
          <a:xfrm>
            <a:off x="7909560" y="3291840"/>
            <a:ext cx="201168" cy="201168"/>
          </a:xfrm>
          <a:prstGeom prst="ellipse">
            <a:avLst/>
          </a:prstGeom>
          <a:solidFill>
            <a:srgbClr val="7C3AED"/>
          </a:solidFill>
          <a:ln/>
        </p:spPr>
      </p:sp>
      <p:sp>
        <p:nvSpPr>
          <p:cNvPr id="14" name="text-15"/>
          <p:cNvSpPr txBox="1"/>
          <p:nvPr/>
        </p:nvSpPr>
        <p:spPr>
          <a:xfrm>
            <a:off x="8229600" y="3200400"/>
            <a:ext cx="3474720" cy="3657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Shortcut (keys together)</a:t>
            </a:r>
            <a:endParaRPr lang="en-US" sz="1400" dirty="0"/>
          </a:p>
        </p:txBody>
      </p:sp>
      <p:sp>
        <p:nvSpPr>
          <p:cNvPr id="15" name="oval-16"/>
          <p:cNvSpPr/>
          <p:nvPr/>
        </p:nvSpPr>
        <p:spPr>
          <a:xfrm>
            <a:off x="7909560" y="3703320"/>
            <a:ext cx="201168" cy="201168"/>
          </a:xfrm>
          <a:prstGeom prst="ellipse">
            <a:avLst/>
          </a:prstGeom>
          <a:solidFill>
            <a:srgbClr val="0D9488"/>
          </a:solidFill>
          <a:ln/>
        </p:spPr>
      </p:sp>
      <p:sp>
        <p:nvSpPr>
          <p:cNvPr id="16" name="text-17"/>
          <p:cNvSpPr txBox="1"/>
          <p:nvPr/>
        </p:nvSpPr>
        <p:spPr>
          <a:xfrm>
            <a:off x="8229600" y="3611880"/>
            <a:ext cx="3474720" cy="3657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OCR condition</a:t>
            </a:r>
            <a:endParaRPr lang="en-US" sz="1400" dirty="0"/>
          </a:p>
        </p:txBody>
      </p:sp>
      <p:sp>
        <p:nvSpPr>
          <p:cNvPr id="17" name="text-18"/>
          <p:cNvSpPr txBox="1"/>
          <p:nvPr/>
        </p:nvSpPr>
        <p:spPr>
          <a:xfrm>
            <a:off x="7909560" y="4206240"/>
            <a:ext cx="3749040" cy="2011680"/>
          </a:xfrm>
          <a:prstGeom prst="rect">
            <a:avLst/>
          </a:prstGeom>
          <a:noFill/>
          <a:ln/>
        </p:spPr>
        <p:txBody>
          <a:bodyPr wrap="square" lIns="0" tIns="0" rIns="0" bIns="0" rtlCol="0" anchor="t"/>
          <a:lstStyle/>
          <a:p>
            <a:pPr algn="l" marL="228600" indent="-228600">
              <a:spcAft>
                <a:spcPts val="600"/>
              </a:spcAft>
              <a:buSzPct val="100000"/>
              <a:buChar char="•"/>
            </a:pPr>
            <a:r>
              <a:rPr lang="en-US" sz="1400" dirty="0">
                <a:solidFill>
                  <a:srgbClr val="1E2433"/>
                </a:solidFill>
                <a:latin typeface="Segoe UI" pitchFamily="34" charset="0"/>
                <a:ea typeface="Segoe UI" pitchFamily="34" charset="-122"/>
                <a:cs typeface="Segoe UI" pitchFamily="34" charset="-120"/>
              </a:rPr>
              <a:t>Read it top to bottom, like a script.</a:t>
            </a:r>
            <a:endParaRPr lang="en-US" sz="1400" dirty="0"/>
          </a:p>
          <a:p>
            <a:pPr algn="l" marL="228600" indent="-228600">
              <a:spcAft>
                <a:spcPts val="600"/>
              </a:spcAft>
              <a:buSzPct val="100000"/>
              <a:buChar char="•"/>
            </a:pPr>
            <a:r>
              <a:rPr lang="en-US" sz="1400" dirty="0">
                <a:solidFill>
                  <a:srgbClr val="1E2433"/>
                </a:solidFill>
                <a:latin typeface="Segoe UI" pitchFamily="34" charset="0"/>
                <a:ea typeface="Segoe UI" pitchFamily="34" charset="-122"/>
                <a:cs typeface="Segoe UI" pitchFamily="34" charset="-120"/>
              </a:rPr>
              <a:t>Look for stray clicks and very long waits.</a:t>
            </a:r>
            <a:endParaRPr lang="en-US" sz="1400" dirty="0"/>
          </a:p>
          <a:p>
            <a:pPr algn="l" marL="228600" indent="-228600">
              <a:buSzPct val="100000"/>
              <a:buChar char="•"/>
            </a:pPr>
            <a:r>
              <a:rPr lang="en-US" sz="1400" dirty="0">
                <a:solidFill>
                  <a:srgbClr val="1E2433"/>
                </a:solidFill>
                <a:latin typeface="Segoe UI" pitchFamily="34" charset="0"/>
                <a:ea typeface="Segoe UI" pitchFamily="34" charset="-122"/>
                <a:cs typeface="Segoe UI" pitchFamily="34" charset="-120"/>
              </a:rPr>
              <a:t>Double-click a row or Open step editor to change it.</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Step editor: change, delete, reorder</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D97706"/>
                </a:solidFill>
                <a:latin typeface="Segoe UI Semibold" pitchFamily="34" charset="0"/>
                <a:ea typeface="Segoe UI Semibold" pitchFamily="34" charset="-122"/>
                <a:cs typeface="Segoe UI Semibold" pitchFamily="34" charset="-120"/>
              </a:rPr>
              <a:t>REVIEW AND EDIT</a:t>
            </a:r>
            <a:endParaRPr lang="en-US" sz="1200" dirty="0"/>
          </a:p>
        </p:txBody>
      </p:sp>
      <p:sp>
        <p:nvSpPr>
          <p:cNvPr id="4" name="rect-5"/>
          <p:cNvSpPr/>
          <p:nvPr/>
        </p:nvSpPr>
        <p:spPr>
          <a:xfrm>
            <a:off x="484632" y="1444752"/>
            <a:ext cx="5693387" cy="4837176"/>
          </a:xfrm>
          <a:prstGeom prst="roundRect">
            <a:avLst>
              <a:gd name="adj" fmla="val 1890"/>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Step editor in the browser">    </p:cNvPr>
          <p:cNvPicPr>
            <a:picLocks noChangeAspect="1"/>
          </p:cNvPicPr>
          <p:nvPr/>
        </p:nvPicPr>
        <p:blipFill>
          <a:blip r:embed="rId1"/>
          <a:stretch>
            <a:fillRect/>
          </a:stretch>
        </p:blipFill>
        <p:spPr>
          <a:xfrm>
            <a:off x="548640" y="1508760"/>
            <a:ext cx="5565371" cy="4709160"/>
          </a:xfrm>
          <a:prstGeom prst="rect">
            <a:avLst/>
          </a:prstGeom>
        </p:spPr>
      </p:pic>
      <p:sp>
        <p:nvSpPr>
          <p:cNvPr id="6" name="oval-7"/>
          <p:cNvSpPr/>
          <p:nvPr/>
        </p:nvSpPr>
        <p:spPr>
          <a:xfrm>
            <a:off x="6400800" y="1554480"/>
            <a:ext cx="502920" cy="502920"/>
          </a:xfrm>
          <a:prstGeom prst="ellipse">
            <a:avLst/>
          </a:prstGeom>
          <a:solidFill>
            <a:srgbClr val="FEF5E2"/>
          </a:solidFill>
          <a:ln/>
        </p:spPr>
      </p:sp>
      <p:pic>
        <p:nvPicPr>
          <p:cNvPr id="7" name="image-8" descr="edit icon">    </p:cNvPr>
          <p:cNvPicPr>
            <a:picLocks noChangeAspect="1"/>
          </p:cNvPicPr>
          <p:nvPr/>
        </p:nvPicPr>
        <p:blipFill>
          <a:blip r:embed="rId2"/>
          <a:stretch>
            <a:fillRect/>
          </a:stretch>
        </p:blipFill>
        <p:spPr>
          <a:xfrm>
            <a:off x="6521501" y="1675181"/>
            <a:ext cx="261518" cy="261518"/>
          </a:xfrm>
          <a:prstGeom prst="rect">
            <a:avLst/>
          </a:prstGeom>
        </p:spPr>
      </p:pic>
      <p:sp>
        <p:nvSpPr>
          <p:cNvPr id="8" name="text-9"/>
          <p:cNvSpPr txBox="1"/>
          <p:nvPr/>
        </p:nvSpPr>
        <p:spPr>
          <a:xfrm>
            <a:off x="7104888" y="1517904"/>
            <a:ext cx="4553712" cy="914400"/>
          </a:xfrm>
          <a:prstGeom prst="rect">
            <a:avLst/>
          </a:prstGeom>
          <a:noFill/>
          <a:ln/>
        </p:spPr>
        <p:txBody>
          <a:bodyPr wrap="square" lIns="0" tIns="0" rIns="0" bIns="0" rtlCol="0" anchor="t"/>
          <a:lstStyle/>
          <a:p>
            <a:pPr algn="l" indent="0" marL="0">
              <a:spcAft>
                <a:spcPts val="200"/>
              </a:spcAft>
              <a:buNone/>
            </a:pPr>
            <a:r>
              <a:rPr lang="en-US" sz="1500" dirty="0">
                <a:solidFill>
                  <a:srgbClr val="1E2433"/>
                </a:solidFill>
                <a:latin typeface="Segoe UI Semibold" pitchFamily="34" charset="0"/>
                <a:ea typeface="Segoe UI Semibold" pitchFamily="34" charset="-122"/>
                <a:cs typeface="Segoe UI Semibold" pitchFamily="34" charset="-120"/>
              </a:rPr>
              <a:t>Change a step</a:t>
            </a:r>
            <a:endParaRPr lang="en-US" sz="1500" dirty="0"/>
          </a:p>
          <a:p>
            <a:pPr algn="l" indent="0" marL="0">
              <a:buNone/>
            </a:pPr>
            <a:r>
              <a:rPr lang="en-US" sz="1300" dirty="0">
                <a:solidFill>
                  <a:srgbClr val="5B6478"/>
                </a:solidFill>
                <a:latin typeface="Segoe UI" pitchFamily="34" charset="0"/>
                <a:ea typeface="Segoe UI" pitchFamily="34" charset="-122"/>
                <a:cs typeface="Segoe UI" pitchFamily="34" charset="-120"/>
              </a:rPr>
              <a:t>Wait before, text to type, keys, X / Y of a click.</a:t>
            </a:r>
            <a:endParaRPr lang="en-US" sz="1500" dirty="0"/>
          </a:p>
        </p:txBody>
      </p:sp>
      <p:sp>
        <p:nvSpPr>
          <p:cNvPr id="9" name="oval-10"/>
          <p:cNvSpPr/>
          <p:nvPr/>
        </p:nvSpPr>
        <p:spPr>
          <a:xfrm>
            <a:off x="6400800" y="2404872"/>
            <a:ext cx="502920" cy="502920"/>
          </a:xfrm>
          <a:prstGeom prst="ellipse">
            <a:avLst/>
          </a:prstGeom>
          <a:solidFill>
            <a:srgbClr val="FDECEC"/>
          </a:solidFill>
          <a:ln/>
        </p:spPr>
      </p:sp>
      <p:pic>
        <p:nvPicPr>
          <p:cNvPr id="10" name="image-11" descr="trash icon">    </p:cNvPr>
          <p:cNvPicPr>
            <a:picLocks noChangeAspect="1"/>
          </p:cNvPicPr>
          <p:nvPr/>
        </p:nvPicPr>
        <p:blipFill>
          <a:blip r:embed="rId3"/>
          <a:stretch>
            <a:fillRect/>
          </a:stretch>
        </p:blipFill>
        <p:spPr>
          <a:xfrm>
            <a:off x="6521501" y="2525573"/>
            <a:ext cx="261518" cy="261518"/>
          </a:xfrm>
          <a:prstGeom prst="rect">
            <a:avLst/>
          </a:prstGeom>
        </p:spPr>
      </p:pic>
      <p:sp>
        <p:nvSpPr>
          <p:cNvPr id="11" name="text-12"/>
          <p:cNvSpPr txBox="1"/>
          <p:nvPr/>
        </p:nvSpPr>
        <p:spPr>
          <a:xfrm>
            <a:off x="7104888" y="2368296"/>
            <a:ext cx="4553712" cy="914400"/>
          </a:xfrm>
          <a:prstGeom prst="rect">
            <a:avLst/>
          </a:prstGeom>
          <a:noFill/>
          <a:ln/>
        </p:spPr>
        <p:txBody>
          <a:bodyPr wrap="square" lIns="0" tIns="0" rIns="0" bIns="0" rtlCol="0" anchor="t"/>
          <a:lstStyle/>
          <a:p>
            <a:pPr algn="l" indent="0" marL="0">
              <a:spcAft>
                <a:spcPts val="200"/>
              </a:spcAft>
              <a:buNone/>
            </a:pPr>
            <a:r>
              <a:rPr lang="en-US" sz="1500" dirty="0">
                <a:solidFill>
                  <a:srgbClr val="1E2433"/>
                </a:solidFill>
                <a:latin typeface="Segoe UI Semibold" pitchFamily="34" charset="0"/>
                <a:ea typeface="Segoe UI Semibold" pitchFamily="34" charset="-122"/>
                <a:cs typeface="Segoe UI Semibold" pitchFamily="34" charset="-120"/>
              </a:rPr>
              <a:t>Delete or move</a:t>
            </a:r>
            <a:endParaRPr lang="en-US" sz="1500" dirty="0"/>
          </a:p>
          <a:p>
            <a:pPr algn="l" indent="0" marL="0">
              <a:buNone/>
            </a:pPr>
            <a:r>
              <a:rPr lang="en-US" sz="1300" dirty="0">
                <a:solidFill>
                  <a:srgbClr val="5B6478"/>
                </a:solidFill>
                <a:latin typeface="Segoe UI" pitchFamily="34" charset="0"/>
                <a:ea typeface="Segoe UI" pitchFamily="34" charset="-122"/>
                <a:cs typeface="Segoe UI" pitchFamily="34" charset="-120"/>
              </a:rPr>
              <a:t>Delete removes a step; ↑ ↓ change the order.</a:t>
            </a:r>
            <a:endParaRPr lang="en-US" sz="1500" dirty="0"/>
          </a:p>
        </p:txBody>
      </p:sp>
      <p:sp>
        <p:nvSpPr>
          <p:cNvPr id="12" name="oval-13"/>
          <p:cNvSpPr/>
          <p:nvPr/>
        </p:nvSpPr>
        <p:spPr>
          <a:xfrm>
            <a:off x="6400800" y="3255264"/>
            <a:ext cx="502920" cy="502920"/>
          </a:xfrm>
          <a:prstGeom prst="ellipse">
            <a:avLst/>
          </a:prstGeom>
          <a:solidFill>
            <a:srgbClr val="EAF2FE"/>
          </a:solidFill>
          <a:ln/>
        </p:spPr>
      </p:sp>
      <p:pic>
        <p:nvPicPr>
          <p:cNvPr id="13" name="image-14" descr="data icon">    </p:cNvPr>
          <p:cNvPicPr>
            <a:picLocks noChangeAspect="1"/>
          </p:cNvPicPr>
          <p:nvPr/>
        </p:nvPicPr>
        <p:blipFill>
          <a:blip r:embed="rId4"/>
          <a:stretch>
            <a:fillRect/>
          </a:stretch>
        </p:blipFill>
        <p:spPr>
          <a:xfrm>
            <a:off x="6521501" y="3375965"/>
            <a:ext cx="261518" cy="261518"/>
          </a:xfrm>
          <a:prstGeom prst="rect">
            <a:avLst/>
          </a:prstGeom>
        </p:spPr>
      </p:pic>
      <p:sp>
        <p:nvSpPr>
          <p:cNvPr id="14" name="text-15"/>
          <p:cNvSpPr txBox="1"/>
          <p:nvPr/>
        </p:nvSpPr>
        <p:spPr>
          <a:xfrm>
            <a:off x="7104888" y="3218688"/>
            <a:ext cx="4553712" cy="914400"/>
          </a:xfrm>
          <a:prstGeom prst="rect">
            <a:avLst/>
          </a:prstGeom>
          <a:noFill/>
          <a:ln/>
        </p:spPr>
        <p:txBody>
          <a:bodyPr wrap="square" lIns="0" tIns="0" rIns="0" bIns="0" rtlCol="0" anchor="t"/>
          <a:lstStyle/>
          <a:p>
            <a:pPr algn="l" indent="0" marL="0">
              <a:spcAft>
                <a:spcPts val="200"/>
              </a:spcAft>
              <a:buNone/>
            </a:pPr>
            <a:r>
              <a:rPr lang="en-US" sz="1500" dirty="0">
                <a:solidFill>
                  <a:srgbClr val="1E2433"/>
                </a:solidFill>
                <a:latin typeface="Segoe UI Semibold" pitchFamily="34" charset="0"/>
                <a:ea typeface="Segoe UI Semibold" pitchFamily="34" charset="-122"/>
                <a:cs typeface="Segoe UI Semibold" pitchFamily="34" charset="-120"/>
              </a:rPr>
              <a:t>Make variable</a:t>
            </a:r>
            <a:endParaRPr lang="en-US" sz="1500" dirty="0"/>
          </a:p>
          <a:p>
            <a:pPr algn="l" indent="0" marL="0">
              <a:buNone/>
            </a:pPr>
            <a:r>
              <a:rPr lang="en-US" sz="1300" dirty="0">
                <a:solidFill>
                  <a:srgbClr val="5B6478"/>
                </a:solidFill>
                <a:latin typeface="Segoe UI" pitchFamily="34" charset="0"/>
                <a:ea typeface="Segoe UI" pitchFamily="34" charset="-122"/>
                <a:cs typeface="Segoe UI" pitchFamily="34" charset="-120"/>
              </a:rPr>
              <a:t>Turns typed text into {{Name}}, filled from Excel.</a:t>
            </a:r>
            <a:endParaRPr lang="en-US" sz="1500" dirty="0"/>
          </a:p>
        </p:txBody>
      </p:sp>
      <p:sp>
        <p:nvSpPr>
          <p:cNvPr id="15" name="oval-16"/>
          <p:cNvSpPr/>
          <p:nvPr/>
        </p:nvSpPr>
        <p:spPr>
          <a:xfrm>
            <a:off x="6400800" y="4105656"/>
            <a:ext cx="502920" cy="502920"/>
          </a:xfrm>
          <a:prstGeom prst="ellipse">
            <a:avLst/>
          </a:prstGeom>
          <a:solidFill>
            <a:srgbClr val="E3F6F4"/>
          </a:solidFill>
          <a:ln/>
        </p:spPr>
      </p:sp>
      <p:pic>
        <p:nvPicPr>
          <p:cNvPr id="16" name="image-17" descr="search icon">    </p:cNvPr>
          <p:cNvPicPr>
            <a:picLocks noChangeAspect="1"/>
          </p:cNvPicPr>
          <p:nvPr/>
        </p:nvPicPr>
        <p:blipFill>
          <a:blip r:embed="rId5"/>
          <a:stretch>
            <a:fillRect/>
          </a:stretch>
        </p:blipFill>
        <p:spPr>
          <a:xfrm>
            <a:off x="6521501" y="4226357"/>
            <a:ext cx="261518" cy="261518"/>
          </a:xfrm>
          <a:prstGeom prst="rect">
            <a:avLst/>
          </a:prstGeom>
        </p:spPr>
      </p:pic>
      <p:sp>
        <p:nvSpPr>
          <p:cNvPr id="17" name="text-18"/>
          <p:cNvSpPr txBox="1"/>
          <p:nvPr/>
        </p:nvSpPr>
        <p:spPr>
          <a:xfrm>
            <a:off x="7104888" y="4069080"/>
            <a:ext cx="4553712" cy="914400"/>
          </a:xfrm>
          <a:prstGeom prst="rect">
            <a:avLst/>
          </a:prstGeom>
          <a:noFill/>
          <a:ln/>
        </p:spPr>
        <p:txBody>
          <a:bodyPr wrap="square" lIns="0" tIns="0" rIns="0" bIns="0" rtlCol="0" anchor="t"/>
          <a:lstStyle/>
          <a:p>
            <a:pPr algn="l" indent="0" marL="0">
              <a:spcAft>
                <a:spcPts val="200"/>
              </a:spcAft>
              <a:buNone/>
            </a:pPr>
            <a:r>
              <a:rPr lang="en-US" sz="1500" dirty="0">
                <a:solidFill>
                  <a:srgbClr val="1E2433"/>
                </a:solidFill>
                <a:latin typeface="Segoe UI Semibold" pitchFamily="34" charset="0"/>
                <a:ea typeface="Segoe UI Semibold" pitchFamily="34" charset="-122"/>
                <a:cs typeface="Segoe UI Semibold" pitchFamily="34" charset="-120"/>
              </a:rPr>
              <a:t>+ OCR condition</a:t>
            </a:r>
            <a:endParaRPr lang="en-US" sz="1500" dirty="0"/>
          </a:p>
          <a:p>
            <a:pPr algn="l" indent="0" marL="0">
              <a:buNone/>
            </a:pPr>
            <a:r>
              <a:rPr lang="en-US" sz="1300" dirty="0">
                <a:solidFill>
                  <a:srgbClr val="5B6478"/>
                </a:solidFill>
                <a:latin typeface="Segoe UI" pitchFamily="34" charset="0"/>
                <a:ea typeface="Segoe UI" pitchFamily="34" charset="-122"/>
                <a:cs typeface="Segoe UI" pitchFamily="34" charset="-120"/>
              </a:rPr>
              <a:t>Adds a screen check after any step.</a:t>
            </a:r>
            <a:endParaRPr lang="en-US" sz="1500" dirty="0"/>
          </a:p>
        </p:txBody>
      </p:sp>
      <p:sp>
        <p:nvSpPr>
          <p:cNvPr id="18" name="oval-19"/>
          <p:cNvSpPr/>
          <p:nvPr/>
        </p:nvSpPr>
        <p:spPr>
          <a:xfrm>
            <a:off x="6400800" y="4956048"/>
            <a:ext cx="502920" cy="502920"/>
          </a:xfrm>
          <a:prstGeom prst="ellipse">
            <a:avLst/>
          </a:prstGeom>
          <a:solidFill>
            <a:srgbClr val="E8F7EE"/>
          </a:solidFill>
          <a:ln/>
        </p:spPr>
      </p:sp>
      <p:pic>
        <p:nvPicPr>
          <p:cNvPr id="19" name="image-20" descr="check icon">    </p:cNvPr>
          <p:cNvPicPr>
            <a:picLocks noChangeAspect="1"/>
          </p:cNvPicPr>
          <p:nvPr/>
        </p:nvPicPr>
        <p:blipFill>
          <a:blip r:embed="rId6"/>
          <a:stretch>
            <a:fillRect/>
          </a:stretch>
        </p:blipFill>
        <p:spPr>
          <a:xfrm>
            <a:off x="6521501" y="5076749"/>
            <a:ext cx="261518" cy="261518"/>
          </a:xfrm>
          <a:prstGeom prst="rect">
            <a:avLst/>
          </a:prstGeom>
        </p:spPr>
      </p:pic>
      <p:sp>
        <p:nvSpPr>
          <p:cNvPr id="20" name="text-21"/>
          <p:cNvSpPr txBox="1"/>
          <p:nvPr/>
        </p:nvSpPr>
        <p:spPr>
          <a:xfrm>
            <a:off x="7104888" y="4919472"/>
            <a:ext cx="4553712" cy="914400"/>
          </a:xfrm>
          <a:prstGeom prst="rect">
            <a:avLst/>
          </a:prstGeom>
          <a:noFill/>
          <a:ln/>
        </p:spPr>
        <p:txBody>
          <a:bodyPr wrap="square" lIns="0" tIns="0" rIns="0" bIns="0" rtlCol="0" anchor="t"/>
          <a:lstStyle/>
          <a:p>
            <a:pPr algn="l" indent="0" marL="0">
              <a:spcAft>
                <a:spcPts val="200"/>
              </a:spcAft>
              <a:buNone/>
            </a:pPr>
            <a:r>
              <a:rPr lang="en-US" sz="1500" dirty="0">
                <a:solidFill>
                  <a:srgbClr val="1E2433"/>
                </a:solidFill>
                <a:latin typeface="Segoe UI Semibold" pitchFamily="34" charset="0"/>
                <a:ea typeface="Segoe UI Semibold" pitchFamily="34" charset="-122"/>
                <a:cs typeface="Segoe UI Semibold" pitchFamily="34" charset="-120"/>
              </a:rPr>
              <a:t>Save</a:t>
            </a:r>
            <a:endParaRPr lang="en-US" sz="1500" dirty="0"/>
          </a:p>
          <a:p>
            <a:pPr algn="l" indent="0" marL="0">
              <a:buNone/>
            </a:pPr>
            <a:r>
              <a:rPr lang="en-US" sz="1300" dirty="0">
                <a:solidFill>
                  <a:srgbClr val="5B6478"/>
                </a:solidFill>
                <a:latin typeface="Segoe UI" pitchFamily="34" charset="0"/>
                <a:ea typeface="Segoe UI" pitchFamily="34" charset="-122"/>
                <a:cs typeface="Segoe UI" pitchFamily="34" charset="-120"/>
              </a:rPr>
              <a:t>Old version kept as .bak.json; report rebuilt.</a:t>
            </a:r>
            <a:endParaRPr lang="en-US" sz="1500" dirty="0"/>
          </a:p>
        </p:txBody>
      </p:sp>
      <p:sp>
        <p:nvSpPr>
          <p:cNvPr id="21" name="text-22"/>
          <p:cNvSpPr txBox="1"/>
          <p:nvPr/>
        </p:nvSpPr>
        <p:spPr>
          <a:xfrm>
            <a:off x="6400800" y="5897880"/>
            <a:ext cx="5257800" cy="3657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To add new clicks or typing, record again.</a:t>
            </a:r>
            <a:endParaRPr lang="en-US" sz="13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OCR checks: stop a row safely</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0D9488"/>
                </a:solidFill>
                <a:latin typeface="Segoe UI Semibold" pitchFamily="34" charset="0"/>
                <a:ea typeface="Segoe UI Semibold" pitchFamily="34" charset="-122"/>
                <a:cs typeface="Segoe UI Semibold" pitchFamily="34" charset="-120"/>
              </a:rPr>
              <a:t>REVIEW AND EDIT</a:t>
            </a:r>
            <a:endParaRPr lang="en-US" sz="1200" dirty="0"/>
          </a:p>
        </p:txBody>
      </p:sp>
      <p:sp>
        <p:nvSpPr>
          <p:cNvPr id="4" name="rect-5"/>
          <p:cNvSpPr/>
          <p:nvPr/>
        </p:nvSpPr>
        <p:spPr>
          <a:xfrm>
            <a:off x="484632" y="1536192"/>
            <a:ext cx="6711696" cy="2596896"/>
          </a:xfrm>
          <a:prstGeom prst="roundRect">
            <a:avLst>
              <a:gd name="adj" fmla="val 352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Step editor: OCR condition with screenshot box">    </p:cNvPr>
          <p:cNvPicPr>
            <a:picLocks noChangeAspect="1"/>
          </p:cNvPicPr>
          <p:nvPr/>
        </p:nvPicPr>
        <p:blipFill>
          <a:blip r:embed="rId1"/>
          <a:stretch>
            <a:fillRect/>
          </a:stretch>
        </p:blipFill>
        <p:spPr>
          <a:xfrm>
            <a:off x="548640" y="1600200"/>
            <a:ext cx="6583680" cy="2468880"/>
          </a:xfrm>
          <a:prstGeom prst="rect">
            <a:avLst/>
          </a:prstGeom>
        </p:spPr>
      </p:pic>
      <p:sp>
        <p:nvSpPr>
          <p:cNvPr id="6" name="oval-7"/>
          <p:cNvSpPr/>
          <p:nvPr/>
        </p:nvSpPr>
        <p:spPr>
          <a:xfrm>
            <a:off x="7562088" y="1618488"/>
            <a:ext cx="347472" cy="347472"/>
          </a:xfrm>
          <a:prstGeom prst="ellipse">
            <a:avLst/>
          </a:prstGeom>
          <a:solidFill>
            <a:srgbClr val="0D9488"/>
          </a:solidFill>
          <a:ln w="25400">
            <a:solidFill>
              <a:srgbClr val="FFFFFF"/>
            </a:solidFill>
            <a:prstDash val="solid"/>
          </a:ln>
        </p:spPr>
      </p:sp>
      <p:sp>
        <p:nvSpPr>
          <p:cNvPr id="7" name="text-8"/>
          <p:cNvSpPr txBox="1"/>
          <p:nvPr/>
        </p:nvSpPr>
        <p:spPr>
          <a:xfrm>
            <a:off x="7562088" y="161848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8" name="text-9"/>
          <p:cNvSpPr txBox="1"/>
          <p:nvPr/>
        </p:nvSpPr>
        <p:spPr>
          <a:xfrm>
            <a:off x="8046720" y="1600200"/>
            <a:ext cx="361188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Capture</a:t>
            </a:r>
            <a:pPr algn="l" indent="0" marL="0">
              <a:buNone/>
            </a:pPr>
            <a:r>
              <a:rPr lang="en-US" sz="1400" dirty="0">
                <a:solidFill>
                  <a:srgbClr val="5B6478"/>
                </a:solidFill>
                <a:latin typeface="Segoe UI" pitchFamily="34" charset="0"/>
                <a:ea typeface="Segoe UI" pitchFamily="34" charset="-122"/>
                <a:cs typeface="Segoe UI" pitchFamily="34" charset="-120"/>
              </a:rPr>
              <a:t>  Set Capture in (s), click Capture screen, switch to the app showing the message.</a:t>
            </a:r>
            <a:endParaRPr lang="en-US" sz="1400" dirty="0"/>
          </a:p>
        </p:txBody>
      </p:sp>
      <p:sp>
        <p:nvSpPr>
          <p:cNvPr id="9" name="oval-10"/>
          <p:cNvSpPr/>
          <p:nvPr/>
        </p:nvSpPr>
        <p:spPr>
          <a:xfrm>
            <a:off x="7562088" y="2514600"/>
            <a:ext cx="347472" cy="347472"/>
          </a:xfrm>
          <a:prstGeom prst="ellipse">
            <a:avLst/>
          </a:prstGeom>
          <a:solidFill>
            <a:srgbClr val="0D9488"/>
          </a:solidFill>
          <a:ln w="25400">
            <a:solidFill>
              <a:srgbClr val="FFFFFF"/>
            </a:solidFill>
            <a:prstDash val="solid"/>
          </a:ln>
        </p:spPr>
      </p:sp>
      <p:sp>
        <p:nvSpPr>
          <p:cNvPr id="10" name="text-11"/>
          <p:cNvSpPr txBox="1"/>
          <p:nvPr/>
        </p:nvSpPr>
        <p:spPr>
          <a:xfrm>
            <a:off x="7562088" y="251460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1" name="text-12"/>
          <p:cNvSpPr txBox="1"/>
          <p:nvPr/>
        </p:nvSpPr>
        <p:spPr>
          <a:xfrm>
            <a:off x="8046720" y="2496312"/>
            <a:ext cx="361188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Draw a box</a:t>
            </a:r>
            <a:pPr algn="l" indent="0" marL="0">
              <a:buNone/>
            </a:pPr>
            <a:r>
              <a:rPr lang="en-US" sz="1400" dirty="0">
                <a:solidFill>
                  <a:srgbClr val="5B6478"/>
                </a:solidFill>
                <a:latin typeface="Segoe UI" pitchFamily="34" charset="0"/>
                <a:ea typeface="Segoe UI" pitchFamily="34" charset="-122"/>
                <a:cs typeface="Segoe UI" pitchFamily="34" charset="-120"/>
              </a:rPr>
              <a:t>  Drag a box around the message. It is read straight away.</a:t>
            </a:r>
            <a:endParaRPr lang="en-US" sz="1400" dirty="0"/>
          </a:p>
        </p:txBody>
      </p:sp>
      <p:sp>
        <p:nvSpPr>
          <p:cNvPr id="12" name="oval-13"/>
          <p:cNvSpPr/>
          <p:nvPr/>
        </p:nvSpPr>
        <p:spPr>
          <a:xfrm>
            <a:off x="7562088" y="3410712"/>
            <a:ext cx="347472" cy="347472"/>
          </a:xfrm>
          <a:prstGeom prst="ellipse">
            <a:avLst/>
          </a:prstGeom>
          <a:solidFill>
            <a:srgbClr val="0D9488"/>
          </a:solidFill>
          <a:ln w="25400">
            <a:solidFill>
              <a:srgbClr val="FFFFFF"/>
            </a:solidFill>
            <a:prstDash val="solid"/>
          </a:ln>
        </p:spPr>
      </p:sp>
      <p:sp>
        <p:nvSpPr>
          <p:cNvPr id="13" name="text-14"/>
          <p:cNvSpPr txBox="1"/>
          <p:nvPr/>
        </p:nvSpPr>
        <p:spPr>
          <a:xfrm>
            <a:off x="7562088" y="3410712"/>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4" name="text-15"/>
          <p:cNvSpPr txBox="1"/>
          <p:nvPr/>
        </p:nvSpPr>
        <p:spPr>
          <a:xfrm>
            <a:off x="8046720" y="3392424"/>
            <a:ext cx="361188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Text to look for</a:t>
            </a:r>
            <a:pPr algn="l" indent="0" marL="0">
              <a:buNone/>
            </a:pPr>
            <a:r>
              <a:rPr lang="en-US" sz="1400" dirty="0">
                <a:solidFill>
                  <a:srgbClr val="5B6478"/>
                </a:solidFill>
                <a:latin typeface="Segoe UI" pitchFamily="34" charset="0"/>
                <a:ea typeface="Segoe UI" pitchFamily="34" charset="-122"/>
                <a:cs typeface="Segoe UI" pitchFamily="34" charset="-120"/>
              </a:rPr>
              <a:t>  For example No results found. Upper and lower case don't matter.</a:t>
            </a:r>
            <a:endParaRPr lang="en-US" sz="1400" dirty="0"/>
          </a:p>
        </p:txBody>
      </p:sp>
      <p:sp>
        <p:nvSpPr>
          <p:cNvPr id="15" name="oval-16"/>
          <p:cNvSpPr/>
          <p:nvPr/>
        </p:nvSpPr>
        <p:spPr>
          <a:xfrm>
            <a:off x="7562088" y="4306824"/>
            <a:ext cx="347472" cy="347472"/>
          </a:xfrm>
          <a:prstGeom prst="ellipse">
            <a:avLst/>
          </a:prstGeom>
          <a:solidFill>
            <a:srgbClr val="0D9488"/>
          </a:solidFill>
          <a:ln w="25400">
            <a:solidFill>
              <a:srgbClr val="FFFFFF"/>
            </a:solidFill>
            <a:prstDash val="solid"/>
          </a:ln>
        </p:spPr>
      </p:sp>
      <p:sp>
        <p:nvSpPr>
          <p:cNvPr id="16" name="text-17"/>
          <p:cNvSpPr txBox="1"/>
          <p:nvPr/>
        </p:nvSpPr>
        <p:spPr>
          <a:xfrm>
            <a:off x="7562088" y="430682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7" name="text-18"/>
          <p:cNvSpPr txBox="1"/>
          <p:nvPr/>
        </p:nvSpPr>
        <p:spPr>
          <a:xfrm>
            <a:off x="8046720" y="4288536"/>
            <a:ext cx="3611880" cy="896112"/>
          </a:xfrm>
          <a:prstGeom prst="rect">
            <a:avLst/>
          </a:prstGeom>
          <a:noFill/>
          <a:ln/>
        </p:spPr>
        <p:txBody>
          <a:bodyPr wrap="square" lIns="0" tIns="0" rIns="0" bIns="0" rtlCol="0" anchor="t"/>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Screen test, Save</a:t>
            </a:r>
            <a:pPr algn="l" indent="0" marL="0">
              <a:buNone/>
            </a:pPr>
            <a:r>
              <a:rPr lang="en-US" sz="1400" dirty="0">
                <a:solidFill>
                  <a:srgbClr val="5B6478"/>
                </a:solidFill>
                <a:latin typeface="Segoe UI" pitchFamily="34" charset="0"/>
                <a:ea typeface="Segoe UI" pitchFamily="34" charset="-122"/>
                <a:cs typeface="Segoe UI" pitchFamily="34" charset="-120"/>
              </a:rPr>
              <a:t>  Check it reads the box, then save.</a:t>
            </a:r>
            <a:endParaRPr lang="en-US" sz="1400" dirty="0"/>
          </a:p>
        </p:txBody>
      </p:sp>
      <p:sp>
        <p:nvSpPr>
          <p:cNvPr id="18" name="rect-19"/>
          <p:cNvSpPr/>
          <p:nvPr/>
        </p:nvSpPr>
        <p:spPr>
          <a:xfrm>
            <a:off x="548640" y="4617720"/>
            <a:ext cx="2011680" cy="685800"/>
          </a:xfrm>
          <a:prstGeom prst="roundRect">
            <a:avLst>
              <a:gd name="adj" fmla="val 16000"/>
            </a:avLst>
          </a:prstGeom>
          <a:solidFill>
            <a:srgbClr val="FDECEC"/>
          </a:solidFill>
          <a:ln w="12700">
            <a:solidFill>
              <a:srgbClr val="FDECEC"/>
            </a:solidFill>
            <a:prstDash val="solid"/>
          </a:ln>
        </p:spPr>
      </p:sp>
      <p:sp>
        <p:nvSpPr>
          <p:cNvPr id="19" name="text-20"/>
          <p:cNvSpPr txBox="1"/>
          <p:nvPr/>
        </p:nvSpPr>
        <p:spPr>
          <a:xfrm>
            <a:off x="548640" y="4617720"/>
            <a:ext cx="2011680" cy="685800"/>
          </a:xfrm>
          <a:prstGeom prst="rect">
            <a:avLst/>
          </a:prstGeom>
          <a:noFill/>
          <a:ln/>
        </p:spPr>
        <p:txBody>
          <a:bodyPr wrap="square" lIns="0" tIns="0" rIns="0" bIns="0" rtlCol="0" anchor="ctr"/>
          <a:lstStyle/>
          <a:p>
            <a:pPr algn="ctr" indent="0" marL="0">
              <a:buNone/>
            </a:pPr>
            <a:r>
              <a:rPr lang="en-US" sz="1300" dirty="0">
                <a:solidFill>
                  <a:srgbClr val="E5484D"/>
                </a:solidFill>
                <a:latin typeface="Segoe UI Semibold" pitchFamily="34" charset="0"/>
                <a:ea typeface="Segoe UI Semibold" pitchFamily="34" charset="-122"/>
                <a:cs typeface="Segoe UI Semibold" pitchFamily="34" charset="-120"/>
              </a:rPr>
              <a:t>Found</a:t>
            </a:r>
            <a:endParaRPr lang="en-US" sz="1300" dirty="0"/>
          </a:p>
        </p:txBody>
      </p:sp>
      <p:sp>
        <p:nvSpPr>
          <p:cNvPr id="20" name="line-21"/>
          <p:cNvSpPr/>
          <p:nvPr/>
        </p:nvSpPr>
        <p:spPr>
          <a:xfrm>
            <a:off x="2587752" y="4960620"/>
            <a:ext cx="219456" cy="0"/>
          </a:xfrm>
          <a:prstGeom prst="line">
            <a:avLst/>
          </a:prstGeom>
          <a:noFill/>
          <a:ln w="19050">
            <a:solidFill>
              <a:srgbClr val="5B6478"/>
            </a:solidFill>
            <a:prstDash val="solid"/>
            <a:tailEnd type="triangle"/>
          </a:ln>
        </p:spPr>
      </p:sp>
      <p:sp>
        <p:nvSpPr>
          <p:cNvPr id="21" name="rect-22"/>
          <p:cNvSpPr/>
          <p:nvPr/>
        </p:nvSpPr>
        <p:spPr>
          <a:xfrm>
            <a:off x="2834640" y="4617720"/>
            <a:ext cx="2011680" cy="685800"/>
          </a:xfrm>
          <a:prstGeom prst="roundRect">
            <a:avLst>
              <a:gd name="adj" fmla="val 16000"/>
            </a:avLst>
          </a:prstGeom>
          <a:solidFill>
            <a:srgbClr val="E3F6F4"/>
          </a:solidFill>
          <a:ln w="12700">
            <a:solidFill>
              <a:srgbClr val="E3F6F4"/>
            </a:solidFill>
            <a:prstDash val="solid"/>
          </a:ln>
        </p:spPr>
      </p:sp>
      <p:sp>
        <p:nvSpPr>
          <p:cNvPr id="22" name="text-23"/>
          <p:cNvSpPr txBox="1"/>
          <p:nvPr/>
        </p:nvSpPr>
        <p:spPr>
          <a:xfrm>
            <a:off x="2834640" y="4617720"/>
            <a:ext cx="2011680" cy="685800"/>
          </a:xfrm>
          <a:prstGeom prst="rect">
            <a:avLst/>
          </a:prstGeom>
          <a:noFill/>
          <a:ln/>
        </p:spPr>
        <p:txBody>
          <a:bodyPr wrap="square" lIns="0" tIns="0" rIns="0" bIns="0" rtlCol="0" anchor="ctr"/>
          <a:lstStyle/>
          <a:p>
            <a:pPr algn="ctr" indent="0" marL="0">
              <a:buNone/>
            </a:pPr>
            <a:r>
              <a:rPr lang="en-US" sz="1300" dirty="0">
                <a:solidFill>
                  <a:srgbClr val="0D9488"/>
                </a:solidFill>
                <a:latin typeface="Segoe UI Semibold" pitchFamily="34" charset="0"/>
                <a:ea typeface="Segoe UI Semibold" pitchFamily="34" charset="-122"/>
                <a:cs typeface="Segoe UI Semibold" pitchFamily="34" charset="-120"/>
              </a:rPr>
              <a:t>Clear typed text</a:t>
            </a:r>
            <a:endParaRPr lang="en-US" sz="1300" dirty="0"/>
          </a:p>
        </p:txBody>
      </p:sp>
      <p:sp>
        <p:nvSpPr>
          <p:cNvPr id="23" name="line-24"/>
          <p:cNvSpPr/>
          <p:nvPr/>
        </p:nvSpPr>
        <p:spPr>
          <a:xfrm>
            <a:off x="4873752" y="4960620"/>
            <a:ext cx="219456" cy="0"/>
          </a:xfrm>
          <a:prstGeom prst="line">
            <a:avLst/>
          </a:prstGeom>
          <a:noFill/>
          <a:ln w="19050">
            <a:solidFill>
              <a:srgbClr val="5B6478"/>
            </a:solidFill>
            <a:prstDash val="solid"/>
            <a:tailEnd type="triangle"/>
          </a:ln>
        </p:spPr>
      </p:sp>
      <p:sp>
        <p:nvSpPr>
          <p:cNvPr id="24" name="rect-25"/>
          <p:cNvSpPr/>
          <p:nvPr/>
        </p:nvSpPr>
        <p:spPr>
          <a:xfrm>
            <a:off x="5120640" y="4617720"/>
            <a:ext cx="2011680" cy="685800"/>
          </a:xfrm>
          <a:prstGeom prst="roundRect">
            <a:avLst>
              <a:gd name="adj" fmla="val 16000"/>
            </a:avLst>
          </a:prstGeom>
          <a:solidFill>
            <a:srgbClr val="FEF5E2"/>
          </a:solidFill>
          <a:ln w="12700">
            <a:solidFill>
              <a:srgbClr val="FEF5E2"/>
            </a:solidFill>
            <a:prstDash val="solid"/>
          </a:ln>
        </p:spPr>
      </p:sp>
      <p:sp>
        <p:nvSpPr>
          <p:cNvPr id="25" name="text-26"/>
          <p:cNvSpPr txBox="1"/>
          <p:nvPr/>
        </p:nvSpPr>
        <p:spPr>
          <a:xfrm>
            <a:off x="5120640" y="4617720"/>
            <a:ext cx="2011680" cy="685800"/>
          </a:xfrm>
          <a:prstGeom prst="rect">
            <a:avLst/>
          </a:prstGeom>
          <a:noFill/>
          <a:ln/>
        </p:spPr>
        <p:txBody>
          <a:bodyPr wrap="square" lIns="0" tIns="0" rIns="0" bIns="0" rtlCol="0" anchor="ctr"/>
          <a:lstStyle/>
          <a:p>
            <a:pPr algn="ctr" indent="0" marL="0">
              <a:buNone/>
            </a:pPr>
            <a:r>
              <a:rPr lang="en-US" sz="1300" dirty="0">
                <a:solidFill>
                  <a:srgbClr val="D97706"/>
                </a:solidFill>
                <a:latin typeface="Segoe UI Semibold" pitchFamily="34" charset="0"/>
                <a:ea typeface="Segoe UI Semibold" pitchFamily="34" charset="-122"/>
                <a:cs typeface="Segoe UI Semibold" pitchFamily="34" charset="-120"/>
              </a:rPr>
              <a:t>Stop this row, next row runs</a:t>
            </a:r>
            <a:endParaRPr lang="en-US" sz="1300" dirty="0"/>
          </a:p>
        </p:txBody>
      </p:sp>
      <p:sp>
        <p:nvSpPr>
          <p:cNvPr id="26" name="rect-27"/>
          <p:cNvSpPr/>
          <p:nvPr/>
        </p:nvSpPr>
        <p:spPr>
          <a:xfrm>
            <a:off x="548640" y="5486400"/>
            <a:ext cx="2011680" cy="685800"/>
          </a:xfrm>
          <a:prstGeom prst="roundRect">
            <a:avLst>
              <a:gd name="adj" fmla="val 16000"/>
            </a:avLst>
          </a:prstGeom>
          <a:solidFill>
            <a:srgbClr val="E8F7EE"/>
          </a:solidFill>
          <a:ln w="12700">
            <a:solidFill>
              <a:srgbClr val="E8F7EE"/>
            </a:solidFill>
            <a:prstDash val="solid"/>
          </a:ln>
        </p:spPr>
      </p:sp>
      <p:sp>
        <p:nvSpPr>
          <p:cNvPr id="27" name="text-28"/>
          <p:cNvSpPr txBox="1"/>
          <p:nvPr/>
        </p:nvSpPr>
        <p:spPr>
          <a:xfrm>
            <a:off x="548640" y="5486400"/>
            <a:ext cx="2011680" cy="685800"/>
          </a:xfrm>
          <a:prstGeom prst="rect">
            <a:avLst/>
          </a:prstGeom>
          <a:noFill/>
          <a:ln/>
        </p:spPr>
        <p:txBody>
          <a:bodyPr wrap="square" lIns="0" tIns="0" rIns="0" bIns="0" rtlCol="0" anchor="ctr"/>
          <a:lstStyle/>
          <a:p>
            <a:pPr algn="ctr" indent="0" marL="0">
              <a:buNone/>
            </a:pPr>
            <a:r>
              <a:rPr lang="en-US" sz="1300" dirty="0">
                <a:solidFill>
                  <a:srgbClr val="16A34A"/>
                </a:solidFill>
                <a:latin typeface="Segoe UI Semibold" pitchFamily="34" charset="0"/>
                <a:ea typeface="Segoe UI Semibold" pitchFamily="34" charset="-122"/>
                <a:cs typeface="Segoe UI Semibold" pitchFamily="34" charset="-120"/>
              </a:rPr>
              <a:t>Not found</a:t>
            </a:r>
            <a:endParaRPr lang="en-US" sz="1300" dirty="0"/>
          </a:p>
        </p:txBody>
      </p:sp>
      <p:sp>
        <p:nvSpPr>
          <p:cNvPr id="28" name="line-29"/>
          <p:cNvSpPr/>
          <p:nvPr/>
        </p:nvSpPr>
        <p:spPr>
          <a:xfrm>
            <a:off x="2587752" y="5829300"/>
            <a:ext cx="219456" cy="0"/>
          </a:xfrm>
          <a:prstGeom prst="line">
            <a:avLst/>
          </a:prstGeom>
          <a:noFill/>
          <a:ln w="19050">
            <a:solidFill>
              <a:srgbClr val="5B6478"/>
            </a:solidFill>
            <a:prstDash val="solid"/>
            <a:tailEnd type="triangle"/>
          </a:ln>
        </p:spPr>
      </p:sp>
      <p:sp>
        <p:nvSpPr>
          <p:cNvPr id="29" name="rect-30"/>
          <p:cNvSpPr/>
          <p:nvPr/>
        </p:nvSpPr>
        <p:spPr>
          <a:xfrm>
            <a:off x="2834640" y="5486400"/>
            <a:ext cx="4297680" cy="685800"/>
          </a:xfrm>
          <a:prstGeom prst="roundRect">
            <a:avLst>
              <a:gd name="adj" fmla="val 16000"/>
            </a:avLst>
          </a:prstGeom>
          <a:solidFill>
            <a:srgbClr val="E8F7EE"/>
          </a:solidFill>
          <a:ln w="12700">
            <a:solidFill>
              <a:srgbClr val="E8F7EE"/>
            </a:solidFill>
            <a:prstDash val="solid"/>
          </a:ln>
        </p:spPr>
      </p:sp>
      <p:sp>
        <p:nvSpPr>
          <p:cNvPr id="30" name="text-31"/>
          <p:cNvSpPr txBox="1"/>
          <p:nvPr/>
        </p:nvSpPr>
        <p:spPr>
          <a:xfrm>
            <a:off x="2834640" y="5486400"/>
            <a:ext cx="4297680" cy="685800"/>
          </a:xfrm>
          <a:prstGeom prst="rect">
            <a:avLst/>
          </a:prstGeom>
          <a:noFill/>
          <a:ln/>
        </p:spPr>
        <p:txBody>
          <a:bodyPr wrap="square" lIns="0" tIns="0" rIns="0" bIns="0" rtlCol="0" anchor="ctr"/>
          <a:lstStyle/>
          <a:p>
            <a:pPr algn="ctr" indent="0" marL="0">
              <a:buNone/>
            </a:pPr>
            <a:r>
              <a:rPr lang="en-US" sz="1300" dirty="0">
                <a:solidFill>
                  <a:srgbClr val="16A34A"/>
                </a:solidFill>
                <a:latin typeface="Segoe UI Semibold" pitchFamily="34" charset="0"/>
                <a:ea typeface="Segoe UI Semibold" pitchFamily="34" charset="-122"/>
                <a:cs typeface="Segoe UI Semibold" pitchFamily="34" charset="-120"/>
              </a:rPr>
              <a:t>Continue with the next step</a:t>
            </a:r>
            <a:endParaRPr lang="en-US" sz="1300" dirty="0"/>
          </a:p>
        </p:txBody>
      </p:sp>
      <p:sp>
        <p:nvSpPr>
          <p:cNvPr id="31" name="text-32"/>
          <p:cNvSpPr txBox="1"/>
          <p:nvPr/>
        </p:nvSpPr>
        <p:spPr>
          <a:xfrm>
            <a:off x="7543800" y="5532120"/>
            <a:ext cx="4114800" cy="685800"/>
          </a:xfrm>
          <a:prstGeom prst="rect">
            <a:avLst/>
          </a:prstGeom>
          <a:noFill/>
          <a:ln/>
        </p:spPr>
        <p:txBody>
          <a:bodyPr wrap="square" lIns="0" tIns="0" rIns="0" bIns="0" rtlCol="0" anchor="t"/>
          <a:lstStyle/>
          <a:p>
            <a:pPr algn="l" indent="0" marL="0">
              <a:buNone/>
            </a:pPr>
            <a:r>
              <a:rPr lang="en-US" sz="1200" dirty="0">
                <a:solidFill>
                  <a:srgbClr val="5B6478"/>
                </a:solidFill>
                <a:latin typeface="Segoe UI" pitchFamily="34" charset="0"/>
                <a:ea typeface="Segoe UI" pitchFamily="34" charset="-122"/>
                <a:cs typeface="Segoe UI" pitchFamily="34" charset="-120"/>
              </a:rPr>
              <a:t>Keep the app window in the same place and size as when you captured it.</a:t>
            </a:r>
            <a:endParaRPr lang="en-US" sz="12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Play it back</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16A34A"/>
                </a:solidFill>
                <a:latin typeface="Segoe UI Semibold" pitchFamily="34" charset="0"/>
                <a:ea typeface="Segoe UI Semibold" pitchFamily="34" charset="-122"/>
                <a:cs typeface="Segoe UI Semibold" pitchFamily="34" charset="-120"/>
              </a:rPr>
              <a:t>PLAY</a:t>
            </a:r>
            <a:endParaRPr lang="en-US" sz="1200" dirty="0"/>
          </a:p>
        </p:txBody>
      </p:sp>
      <p:sp>
        <p:nvSpPr>
          <p:cNvPr id="4" name="rect-5"/>
          <p:cNvSpPr/>
          <p:nvPr/>
        </p:nvSpPr>
        <p:spPr>
          <a:xfrm>
            <a:off x="484632" y="1444752"/>
            <a:ext cx="7077456" cy="4474637"/>
          </a:xfrm>
          <a:prstGeom prst="roundRect">
            <a:avLst>
              <a:gd name="adj" fmla="val 2044"/>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Recording page, PLAY section with data file and rows">    </p:cNvPr>
          <p:cNvPicPr>
            <a:picLocks noChangeAspect="1"/>
          </p:cNvPicPr>
          <p:nvPr/>
        </p:nvPicPr>
        <p:blipFill>
          <a:blip r:embed="rId1"/>
          <a:stretch>
            <a:fillRect/>
          </a:stretch>
        </p:blipFill>
        <p:spPr>
          <a:xfrm>
            <a:off x="548640" y="1508760"/>
            <a:ext cx="6949440" cy="4346621"/>
          </a:xfrm>
          <a:prstGeom prst="rect">
            <a:avLst/>
          </a:prstGeom>
        </p:spPr>
      </p:pic>
      <p:sp>
        <p:nvSpPr>
          <p:cNvPr id="6" name="oval-7"/>
          <p:cNvSpPr/>
          <p:nvPr/>
        </p:nvSpPr>
        <p:spPr>
          <a:xfrm>
            <a:off x="1868484" y="3219457"/>
            <a:ext cx="384048" cy="384048"/>
          </a:xfrm>
          <a:prstGeom prst="ellipse">
            <a:avLst/>
          </a:prstGeom>
          <a:solidFill>
            <a:srgbClr val="16A34A"/>
          </a:solidFill>
          <a:ln w="25400">
            <a:solidFill>
              <a:srgbClr val="FFFFFF"/>
            </a:solidFill>
            <a:prstDash val="solid"/>
          </a:ln>
        </p:spPr>
      </p:sp>
      <p:sp>
        <p:nvSpPr>
          <p:cNvPr id="7" name="text-8"/>
          <p:cNvSpPr txBox="1"/>
          <p:nvPr/>
        </p:nvSpPr>
        <p:spPr>
          <a:xfrm>
            <a:off x="1868484" y="321945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8" name="oval-9"/>
          <p:cNvSpPr/>
          <p:nvPr/>
        </p:nvSpPr>
        <p:spPr>
          <a:xfrm>
            <a:off x="1868484" y="3455686"/>
            <a:ext cx="384048" cy="384048"/>
          </a:xfrm>
          <a:prstGeom prst="ellipse">
            <a:avLst/>
          </a:prstGeom>
          <a:solidFill>
            <a:srgbClr val="16A34A"/>
          </a:solidFill>
          <a:ln w="25400">
            <a:solidFill>
              <a:srgbClr val="FFFFFF"/>
            </a:solidFill>
            <a:prstDash val="solid"/>
          </a:ln>
        </p:spPr>
      </p:sp>
      <p:sp>
        <p:nvSpPr>
          <p:cNvPr id="9" name="text-10"/>
          <p:cNvSpPr txBox="1"/>
          <p:nvPr/>
        </p:nvSpPr>
        <p:spPr>
          <a:xfrm>
            <a:off x="1868484" y="345568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0" name="oval-11"/>
          <p:cNvSpPr/>
          <p:nvPr/>
        </p:nvSpPr>
        <p:spPr>
          <a:xfrm>
            <a:off x="1868484" y="3683325"/>
            <a:ext cx="384048" cy="384048"/>
          </a:xfrm>
          <a:prstGeom prst="ellipse">
            <a:avLst/>
          </a:prstGeom>
          <a:solidFill>
            <a:srgbClr val="16A34A"/>
          </a:solidFill>
          <a:ln w="25400">
            <a:solidFill>
              <a:srgbClr val="FFFFFF"/>
            </a:solidFill>
            <a:prstDash val="solid"/>
          </a:ln>
        </p:spPr>
      </p:sp>
      <p:sp>
        <p:nvSpPr>
          <p:cNvPr id="11" name="text-12"/>
          <p:cNvSpPr txBox="1"/>
          <p:nvPr/>
        </p:nvSpPr>
        <p:spPr>
          <a:xfrm>
            <a:off x="1868484" y="368332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2" name="oval-13"/>
          <p:cNvSpPr/>
          <p:nvPr/>
        </p:nvSpPr>
        <p:spPr>
          <a:xfrm>
            <a:off x="1868484" y="3919555"/>
            <a:ext cx="384048" cy="384048"/>
          </a:xfrm>
          <a:prstGeom prst="ellipse">
            <a:avLst/>
          </a:prstGeom>
          <a:solidFill>
            <a:srgbClr val="16A34A"/>
          </a:solidFill>
          <a:ln w="25400">
            <a:solidFill>
              <a:srgbClr val="FFFFFF"/>
            </a:solidFill>
            <a:prstDash val="solid"/>
          </a:ln>
        </p:spPr>
      </p:sp>
      <p:sp>
        <p:nvSpPr>
          <p:cNvPr id="13" name="text-14"/>
          <p:cNvSpPr txBox="1"/>
          <p:nvPr/>
        </p:nvSpPr>
        <p:spPr>
          <a:xfrm>
            <a:off x="1868484" y="391955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4" name="oval-15"/>
          <p:cNvSpPr/>
          <p:nvPr/>
        </p:nvSpPr>
        <p:spPr>
          <a:xfrm>
            <a:off x="1868484" y="4142899"/>
            <a:ext cx="384048" cy="384048"/>
          </a:xfrm>
          <a:prstGeom prst="ellipse">
            <a:avLst/>
          </a:prstGeom>
          <a:solidFill>
            <a:srgbClr val="16A34A"/>
          </a:solidFill>
          <a:ln w="25400">
            <a:solidFill>
              <a:srgbClr val="FFFFFF"/>
            </a:solidFill>
            <a:prstDash val="solid"/>
          </a:ln>
        </p:spPr>
      </p:sp>
      <p:sp>
        <p:nvSpPr>
          <p:cNvPr id="15" name="text-16"/>
          <p:cNvSpPr txBox="1"/>
          <p:nvPr/>
        </p:nvSpPr>
        <p:spPr>
          <a:xfrm>
            <a:off x="1868484" y="414289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6" name="oval-17"/>
          <p:cNvSpPr/>
          <p:nvPr/>
        </p:nvSpPr>
        <p:spPr>
          <a:xfrm>
            <a:off x="1868484" y="4374833"/>
            <a:ext cx="384048" cy="384048"/>
          </a:xfrm>
          <a:prstGeom prst="ellipse">
            <a:avLst/>
          </a:prstGeom>
          <a:solidFill>
            <a:srgbClr val="16A34A"/>
          </a:solidFill>
          <a:ln w="25400">
            <a:solidFill>
              <a:srgbClr val="FFFFFF"/>
            </a:solidFill>
            <a:prstDash val="solid"/>
          </a:ln>
        </p:spPr>
      </p:sp>
      <p:sp>
        <p:nvSpPr>
          <p:cNvPr id="17" name="text-18"/>
          <p:cNvSpPr txBox="1"/>
          <p:nvPr/>
        </p:nvSpPr>
        <p:spPr>
          <a:xfrm>
            <a:off x="1868484" y="437483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18" name="oval-19"/>
          <p:cNvSpPr/>
          <p:nvPr/>
        </p:nvSpPr>
        <p:spPr>
          <a:xfrm>
            <a:off x="1868484" y="4606768"/>
            <a:ext cx="384048" cy="384048"/>
          </a:xfrm>
          <a:prstGeom prst="ellipse">
            <a:avLst/>
          </a:prstGeom>
          <a:solidFill>
            <a:srgbClr val="16A34A"/>
          </a:solidFill>
          <a:ln w="25400">
            <a:solidFill>
              <a:srgbClr val="FFFFFF"/>
            </a:solidFill>
            <a:prstDash val="solid"/>
          </a:ln>
        </p:spPr>
      </p:sp>
      <p:sp>
        <p:nvSpPr>
          <p:cNvPr id="19" name="text-20"/>
          <p:cNvSpPr txBox="1"/>
          <p:nvPr/>
        </p:nvSpPr>
        <p:spPr>
          <a:xfrm>
            <a:off x="1868484" y="460676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20" name="oval-21"/>
          <p:cNvSpPr/>
          <p:nvPr/>
        </p:nvSpPr>
        <p:spPr>
          <a:xfrm>
            <a:off x="1645140" y="2656801"/>
            <a:ext cx="384048" cy="384048"/>
          </a:xfrm>
          <a:prstGeom prst="ellipse">
            <a:avLst/>
          </a:prstGeom>
          <a:solidFill>
            <a:srgbClr val="16A34A"/>
          </a:solidFill>
          <a:ln w="25400">
            <a:solidFill>
              <a:srgbClr val="FFFFFF"/>
            </a:solidFill>
            <a:prstDash val="solid"/>
          </a:ln>
        </p:spPr>
      </p:sp>
      <p:sp>
        <p:nvSpPr>
          <p:cNvPr id="21" name="text-22"/>
          <p:cNvSpPr txBox="1"/>
          <p:nvPr/>
        </p:nvSpPr>
        <p:spPr>
          <a:xfrm>
            <a:off x="1645140" y="265680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22" name="oval-23"/>
          <p:cNvSpPr/>
          <p:nvPr/>
        </p:nvSpPr>
        <p:spPr>
          <a:xfrm>
            <a:off x="7882128" y="1527048"/>
            <a:ext cx="347472" cy="347472"/>
          </a:xfrm>
          <a:prstGeom prst="ellipse">
            <a:avLst/>
          </a:prstGeom>
          <a:solidFill>
            <a:srgbClr val="16A34A"/>
          </a:solidFill>
          <a:ln w="25400">
            <a:solidFill>
              <a:srgbClr val="FFFFFF"/>
            </a:solidFill>
            <a:prstDash val="solid"/>
          </a:ln>
        </p:spPr>
      </p:sp>
      <p:sp>
        <p:nvSpPr>
          <p:cNvPr id="23" name="text-24"/>
          <p:cNvSpPr txBox="1"/>
          <p:nvPr/>
        </p:nvSpPr>
        <p:spPr>
          <a:xfrm>
            <a:off x="7882128" y="152704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4" name="text-25"/>
          <p:cNvSpPr txBox="1"/>
          <p:nvPr/>
        </p:nvSpPr>
        <p:spPr>
          <a:xfrm>
            <a:off x="8366760" y="1508760"/>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Start after</a:t>
            </a:r>
            <a:pPr algn="l" indent="0" marL="0">
              <a:buNone/>
            </a:pPr>
            <a:r>
              <a:rPr lang="en-US" sz="1300" dirty="0">
                <a:solidFill>
                  <a:srgbClr val="5B6478"/>
                </a:solidFill>
                <a:latin typeface="Segoe UI" pitchFamily="34" charset="0"/>
                <a:ea typeface="Segoe UI" pitchFamily="34" charset="-122"/>
                <a:cs typeface="Segoe UI" pitchFamily="34" charset="-120"/>
              </a:rPr>
              <a:t>  Seconds before it starts.</a:t>
            </a:r>
            <a:endParaRPr lang="en-US" sz="1300" dirty="0"/>
          </a:p>
        </p:txBody>
      </p:sp>
      <p:sp>
        <p:nvSpPr>
          <p:cNvPr id="25" name="oval-26"/>
          <p:cNvSpPr/>
          <p:nvPr/>
        </p:nvSpPr>
        <p:spPr>
          <a:xfrm>
            <a:off x="7882128" y="2112264"/>
            <a:ext cx="347472" cy="347472"/>
          </a:xfrm>
          <a:prstGeom prst="ellipse">
            <a:avLst/>
          </a:prstGeom>
          <a:solidFill>
            <a:srgbClr val="16A34A"/>
          </a:solidFill>
          <a:ln w="25400">
            <a:solidFill>
              <a:srgbClr val="FFFFFF"/>
            </a:solidFill>
            <a:prstDash val="solid"/>
          </a:ln>
        </p:spPr>
      </p:sp>
      <p:sp>
        <p:nvSpPr>
          <p:cNvPr id="26" name="text-27"/>
          <p:cNvSpPr txBox="1"/>
          <p:nvPr/>
        </p:nvSpPr>
        <p:spPr>
          <a:xfrm>
            <a:off x="7882128" y="211226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7" name="text-28"/>
          <p:cNvSpPr txBox="1"/>
          <p:nvPr/>
        </p:nvSpPr>
        <p:spPr>
          <a:xfrm>
            <a:off x="8366760" y="2093976"/>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Speed</a:t>
            </a:r>
            <a:pPr algn="l" indent="0" marL="0">
              <a:buNone/>
            </a:pPr>
            <a:r>
              <a:rPr lang="en-US" sz="1300" dirty="0">
                <a:solidFill>
                  <a:srgbClr val="5B6478"/>
                </a:solidFill>
                <a:latin typeface="Segoe UI" pitchFamily="34" charset="0"/>
                <a:ea typeface="Segoe UI" pitchFamily="34" charset="-122"/>
                <a:cs typeface="Segoe UI" pitchFamily="34" charset="-120"/>
              </a:rPr>
              <a:t>  0.5× to 4×. Test at 1×.</a:t>
            </a:r>
            <a:endParaRPr lang="en-US" sz="1300" dirty="0"/>
          </a:p>
        </p:txBody>
      </p:sp>
      <p:sp>
        <p:nvSpPr>
          <p:cNvPr id="28" name="oval-29"/>
          <p:cNvSpPr/>
          <p:nvPr/>
        </p:nvSpPr>
        <p:spPr>
          <a:xfrm>
            <a:off x="7882128" y="2697480"/>
            <a:ext cx="347472" cy="347472"/>
          </a:xfrm>
          <a:prstGeom prst="ellipse">
            <a:avLst/>
          </a:prstGeom>
          <a:solidFill>
            <a:srgbClr val="16A34A"/>
          </a:solidFill>
          <a:ln w="25400">
            <a:solidFill>
              <a:srgbClr val="FFFFFF"/>
            </a:solidFill>
            <a:prstDash val="solid"/>
          </a:ln>
        </p:spPr>
      </p:sp>
      <p:sp>
        <p:nvSpPr>
          <p:cNvPr id="29" name="text-30"/>
          <p:cNvSpPr txBox="1"/>
          <p:nvPr/>
        </p:nvSpPr>
        <p:spPr>
          <a:xfrm>
            <a:off x="7882128" y="269748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31"/>
          <p:cNvSpPr txBox="1"/>
          <p:nvPr/>
        </p:nvSpPr>
        <p:spPr>
          <a:xfrm>
            <a:off x="8366760" y="2679192"/>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Repeat</a:t>
            </a:r>
            <a:pPr algn="l" indent="0" marL="0">
              <a:buNone/>
            </a:pPr>
            <a:r>
              <a:rPr lang="en-US" sz="1300" dirty="0">
                <a:solidFill>
                  <a:srgbClr val="5B6478"/>
                </a:solidFill>
                <a:latin typeface="Segoe UI" pitchFamily="34" charset="0"/>
                <a:ea typeface="Segoe UI" pitchFamily="34" charset="-122"/>
                <a:cs typeface="Segoe UI" pitchFamily="34" charset="-120"/>
              </a:rPr>
              <a:t>  Without a data file. 0 = until stopped.</a:t>
            </a:r>
            <a:endParaRPr lang="en-US" sz="1300" dirty="0"/>
          </a:p>
        </p:txBody>
      </p:sp>
      <p:sp>
        <p:nvSpPr>
          <p:cNvPr id="31" name="oval-32"/>
          <p:cNvSpPr/>
          <p:nvPr/>
        </p:nvSpPr>
        <p:spPr>
          <a:xfrm>
            <a:off x="7882128" y="3282696"/>
            <a:ext cx="347472" cy="347472"/>
          </a:xfrm>
          <a:prstGeom prst="ellipse">
            <a:avLst/>
          </a:prstGeom>
          <a:solidFill>
            <a:srgbClr val="16A34A"/>
          </a:solidFill>
          <a:ln w="25400">
            <a:solidFill>
              <a:srgbClr val="FFFFFF"/>
            </a:solidFill>
            <a:prstDash val="solid"/>
          </a:ln>
        </p:spPr>
      </p:sp>
      <p:sp>
        <p:nvSpPr>
          <p:cNvPr id="32" name="text-33"/>
          <p:cNvSpPr txBox="1"/>
          <p:nvPr/>
        </p:nvSpPr>
        <p:spPr>
          <a:xfrm>
            <a:off x="7882128" y="3282696"/>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3" name="text-34"/>
          <p:cNvSpPr txBox="1"/>
          <p:nvPr/>
        </p:nvSpPr>
        <p:spPr>
          <a:xfrm>
            <a:off x="8366760" y="3264408"/>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Data file</a:t>
            </a:r>
            <a:pPr algn="l" indent="0" marL="0">
              <a:buNone/>
            </a:pPr>
            <a:r>
              <a:rPr lang="en-US" sz="1300" dirty="0">
                <a:solidFill>
                  <a:srgbClr val="5B6478"/>
                </a:solidFill>
                <a:latin typeface="Segoe UI" pitchFamily="34" charset="0"/>
                <a:ea typeface="Segoe UI" pitchFamily="34" charset="-122"/>
                <a:cs typeface="Segoe UI" pitchFamily="34" charset="-120"/>
              </a:rPr>
              <a:t>  Excel / CSV: one run per row.</a:t>
            </a:r>
            <a:endParaRPr lang="en-US" sz="1300" dirty="0"/>
          </a:p>
        </p:txBody>
      </p:sp>
      <p:sp>
        <p:nvSpPr>
          <p:cNvPr id="34" name="oval-35"/>
          <p:cNvSpPr/>
          <p:nvPr/>
        </p:nvSpPr>
        <p:spPr>
          <a:xfrm>
            <a:off x="7882128" y="3867912"/>
            <a:ext cx="347472" cy="347472"/>
          </a:xfrm>
          <a:prstGeom prst="ellipse">
            <a:avLst/>
          </a:prstGeom>
          <a:solidFill>
            <a:srgbClr val="16A34A"/>
          </a:solidFill>
          <a:ln w="25400">
            <a:solidFill>
              <a:srgbClr val="FFFFFF"/>
            </a:solidFill>
            <a:prstDash val="solid"/>
          </a:ln>
        </p:spPr>
      </p:sp>
      <p:sp>
        <p:nvSpPr>
          <p:cNvPr id="35" name="text-36"/>
          <p:cNvSpPr txBox="1"/>
          <p:nvPr/>
        </p:nvSpPr>
        <p:spPr>
          <a:xfrm>
            <a:off x="7882128" y="3867912"/>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6" name="text-37"/>
          <p:cNvSpPr txBox="1"/>
          <p:nvPr/>
        </p:nvSpPr>
        <p:spPr>
          <a:xfrm>
            <a:off x="8366760" y="3849624"/>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Rows</a:t>
            </a:r>
            <a:pPr algn="l" indent="0" marL="0">
              <a:buNone/>
            </a:pPr>
            <a:r>
              <a:rPr lang="en-US" sz="1300" dirty="0">
                <a:solidFill>
                  <a:srgbClr val="5B6478"/>
                </a:solidFill>
                <a:latin typeface="Segoe UI" pitchFamily="34" charset="0"/>
                <a:ea typeface="Segoe UI" pitchFamily="34" charset="-122"/>
                <a:cs typeface="Segoe UI" pitchFamily="34" charset="-120"/>
              </a:rPr>
              <a:t>  Which rows, e.g. 2-4. Checked as you type.</a:t>
            </a:r>
            <a:endParaRPr lang="en-US" sz="1300" dirty="0"/>
          </a:p>
        </p:txBody>
      </p:sp>
      <p:sp>
        <p:nvSpPr>
          <p:cNvPr id="37" name="oval-38"/>
          <p:cNvSpPr/>
          <p:nvPr/>
        </p:nvSpPr>
        <p:spPr>
          <a:xfrm>
            <a:off x="7882128" y="4453128"/>
            <a:ext cx="347472" cy="347472"/>
          </a:xfrm>
          <a:prstGeom prst="ellipse">
            <a:avLst/>
          </a:prstGeom>
          <a:solidFill>
            <a:srgbClr val="16A34A"/>
          </a:solidFill>
          <a:ln w="25400">
            <a:solidFill>
              <a:srgbClr val="FFFFFF"/>
            </a:solidFill>
            <a:prstDash val="solid"/>
          </a:ln>
        </p:spPr>
      </p:sp>
      <p:sp>
        <p:nvSpPr>
          <p:cNvPr id="38" name="text-39"/>
          <p:cNvSpPr txBox="1"/>
          <p:nvPr/>
        </p:nvSpPr>
        <p:spPr>
          <a:xfrm>
            <a:off x="7882128" y="4453128"/>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9" name="text-40"/>
          <p:cNvSpPr txBox="1"/>
          <p:nvPr/>
        </p:nvSpPr>
        <p:spPr>
          <a:xfrm>
            <a:off x="8366760" y="4434840"/>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Variables</a:t>
            </a:r>
            <a:pPr algn="l" indent="0" marL="0">
              <a:buNone/>
            </a:pPr>
            <a:r>
              <a:rPr lang="en-US" sz="1300" dirty="0">
                <a:solidFill>
                  <a:srgbClr val="5B6478"/>
                </a:solidFill>
                <a:latin typeface="Segoe UI" pitchFamily="34" charset="0"/>
                <a:ea typeface="Segoe UI" pitchFamily="34" charset="-122"/>
                <a:cs typeface="Segoe UI" pitchFamily="34" charset="-120"/>
              </a:rPr>
              <a:t>  Green = column found in the file.</a:t>
            </a:r>
            <a:endParaRPr lang="en-US" sz="1300" dirty="0"/>
          </a:p>
        </p:txBody>
      </p:sp>
      <p:sp>
        <p:nvSpPr>
          <p:cNvPr id="40" name="oval-41"/>
          <p:cNvSpPr/>
          <p:nvPr/>
        </p:nvSpPr>
        <p:spPr>
          <a:xfrm>
            <a:off x="7882128" y="5038344"/>
            <a:ext cx="347472" cy="347472"/>
          </a:xfrm>
          <a:prstGeom prst="ellipse">
            <a:avLst/>
          </a:prstGeom>
          <a:solidFill>
            <a:srgbClr val="16A34A"/>
          </a:solidFill>
          <a:ln w="25400">
            <a:solidFill>
              <a:srgbClr val="FFFFFF"/>
            </a:solidFill>
            <a:prstDash val="solid"/>
          </a:ln>
        </p:spPr>
      </p:sp>
      <p:sp>
        <p:nvSpPr>
          <p:cNvPr id="41" name="text-42"/>
          <p:cNvSpPr txBox="1"/>
          <p:nvPr/>
        </p:nvSpPr>
        <p:spPr>
          <a:xfrm>
            <a:off x="7882128" y="5038344"/>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2" name="text-43"/>
          <p:cNvSpPr txBox="1"/>
          <p:nvPr/>
        </p:nvSpPr>
        <p:spPr>
          <a:xfrm>
            <a:off x="8366760" y="5020056"/>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Fixed values</a:t>
            </a:r>
            <a:pPr algn="l" indent="0" marL="0">
              <a:buNone/>
            </a:pPr>
            <a:r>
              <a:rPr lang="en-US" sz="1300" dirty="0">
                <a:solidFill>
                  <a:srgbClr val="5B6478"/>
                </a:solidFill>
                <a:latin typeface="Segoe UI" pitchFamily="34" charset="0"/>
                <a:ea typeface="Segoe UI" pitchFamily="34" charset="-122"/>
                <a:cs typeface="Segoe UI" pitchFamily="34" charset="-120"/>
              </a:rPr>
              <a:t>  Same value for every run.</a:t>
            </a:r>
            <a:endParaRPr lang="en-US" sz="1300" dirty="0"/>
          </a:p>
        </p:txBody>
      </p:sp>
      <p:sp>
        <p:nvSpPr>
          <p:cNvPr id="43" name="oval-44"/>
          <p:cNvSpPr/>
          <p:nvPr/>
        </p:nvSpPr>
        <p:spPr>
          <a:xfrm>
            <a:off x="7882128" y="5623560"/>
            <a:ext cx="347472" cy="347472"/>
          </a:xfrm>
          <a:prstGeom prst="ellipse">
            <a:avLst/>
          </a:prstGeom>
          <a:solidFill>
            <a:srgbClr val="16A34A"/>
          </a:solidFill>
          <a:ln w="25400">
            <a:solidFill>
              <a:srgbClr val="FFFFFF"/>
            </a:solidFill>
            <a:prstDash val="solid"/>
          </a:ln>
        </p:spPr>
      </p:sp>
      <p:sp>
        <p:nvSpPr>
          <p:cNvPr id="44" name="text-45"/>
          <p:cNvSpPr txBox="1"/>
          <p:nvPr/>
        </p:nvSpPr>
        <p:spPr>
          <a:xfrm>
            <a:off x="7882128" y="5623560"/>
            <a:ext cx="347472" cy="34747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45" name="text-46"/>
          <p:cNvSpPr txBox="1"/>
          <p:nvPr/>
        </p:nvSpPr>
        <p:spPr>
          <a:xfrm>
            <a:off x="8366760" y="5605272"/>
            <a:ext cx="3291840" cy="585216"/>
          </a:xfrm>
          <a:prstGeom prst="rect">
            <a:avLst/>
          </a:prstGeom>
          <a:noFill/>
          <a:ln/>
        </p:spPr>
        <p:txBody>
          <a:bodyPr wrap="square" lIns="0" tIns="0" rIns="0" bIns="0" rtlCol="0" anchor="t"/>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Play</a:t>
            </a:r>
            <a:pPr algn="l" indent="0" marL="0">
              <a:buNone/>
            </a:pPr>
            <a:r>
              <a:rPr lang="en-US" sz="1300" dirty="0">
                <a:solidFill>
                  <a:srgbClr val="5B6478"/>
                </a:solidFill>
                <a:latin typeface="Segoe UI" pitchFamily="34" charset="0"/>
                <a:ea typeface="Segoe UI" pitchFamily="34" charset="-122"/>
                <a:cs typeface="Segoe UI" pitchFamily="34" charset="-120"/>
              </a:rPr>
              <a:t>  Window steps aside at the countdown.</a:t>
            </a:r>
            <a:endParaRPr lang="en-US" sz="13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Excel data and variables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16A34A"/>
                </a:solidFill>
                <a:latin typeface="Segoe UI Semibold" pitchFamily="34" charset="0"/>
                <a:ea typeface="Segoe UI Semibold" pitchFamily="34" charset="-122"/>
                <a:cs typeface="Segoe UI Semibold" pitchFamily="34" charset="-120"/>
              </a:rPr>
              <a:t>PLAY</a:t>
            </a:r>
            <a:endParaRPr lang="en-US" sz="1200" dirty="0"/>
          </a:p>
        </p:txBody>
      </p:sp>
      <p:sp>
        <p:nvSpPr>
          <p:cNvPr id="4" name="rect-5"/>
          <p:cNvSpPr/>
          <p:nvPr/>
        </p:nvSpPr>
        <p:spPr>
          <a:xfrm>
            <a:off x="548640" y="1645920"/>
            <a:ext cx="640080" cy="457200"/>
          </a:xfrm>
          <a:prstGeom prst="rect">
            <a:avLst/>
          </a:prstGeom>
          <a:solidFill>
            <a:srgbClr val="EEF1F7"/>
          </a:solidFill>
          <a:ln w="9525">
            <a:solidFill>
              <a:srgbClr val="D9DEE8"/>
            </a:solidFill>
            <a:prstDash val="solid"/>
          </a:ln>
        </p:spPr>
      </p:sp>
      <p:sp>
        <p:nvSpPr>
          <p:cNvPr id="5" name="rect-7"/>
          <p:cNvSpPr/>
          <p:nvPr/>
        </p:nvSpPr>
        <p:spPr>
          <a:xfrm>
            <a:off x="1188720" y="1645920"/>
            <a:ext cx="1828800" cy="457200"/>
          </a:xfrm>
          <a:prstGeom prst="rect">
            <a:avLst/>
          </a:prstGeom>
          <a:solidFill>
            <a:srgbClr val="EEF1F7"/>
          </a:solidFill>
          <a:ln w="9525">
            <a:solidFill>
              <a:srgbClr val="D9DEE8"/>
            </a:solidFill>
            <a:prstDash val="solid"/>
          </a:ln>
        </p:spPr>
      </p:sp>
      <p:sp>
        <p:nvSpPr>
          <p:cNvPr id="6" name="text-8"/>
          <p:cNvSpPr txBox="1"/>
          <p:nvPr/>
        </p:nvSpPr>
        <p:spPr>
          <a:xfrm>
            <a:off x="1280160" y="1645920"/>
            <a:ext cx="1645920" cy="457200"/>
          </a:xfrm>
          <a:prstGeom prst="rect">
            <a:avLst/>
          </a:prstGeom>
          <a:noFill/>
          <a:ln/>
        </p:spPr>
        <p:txBody>
          <a:bodyPr wrap="square" lIns="0" tIns="0" rIns="0" bIns="0" rtlCol="0" anchor="ctr"/>
          <a:lstStyle/>
          <a:p>
            <a:pPr algn="l" indent="0" marL="0">
              <a:buNone/>
            </a:pPr>
            <a:r>
              <a:rPr lang="en-US" sz="1400" dirty="0">
                <a:solidFill>
                  <a:srgbClr val="5B6478"/>
                </a:solidFill>
                <a:latin typeface="Segoe UI" pitchFamily="34" charset="0"/>
                <a:ea typeface="Segoe UI" pitchFamily="34" charset="-122"/>
                <a:cs typeface="Segoe UI" pitchFamily="34" charset="-120"/>
              </a:rPr>
              <a:t>A</a:t>
            </a:r>
            <a:endParaRPr lang="en-US" sz="1400" dirty="0"/>
          </a:p>
        </p:txBody>
      </p:sp>
      <p:sp>
        <p:nvSpPr>
          <p:cNvPr id="7" name="rect-9"/>
          <p:cNvSpPr/>
          <p:nvPr/>
        </p:nvSpPr>
        <p:spPr>
          <a:xfrm>
            <a:off x="3017520" y="1645920"/>
            <a:ext cx="1828800" cy="457200"/>
          </a:xfrm>
          <a:prstGeom prst="rect">
            <a:avLst/>
          </a:prstGeom>
          <a:solidFill>
            <a:srgbClr val="EEF1F7"/>
          </a:solidFill>
          <a:ln w="9525">
            <a:solidFill>
              <a:srgbClr val="D9DEE8"/>
            </a:solidFill>
            <a:prstDash val="solid"/>
          </a:ln>
        </p:spPr>
      </p:sp>
      <p:sp>
        <p:nvSpPr>
          <p:cNvPr id="8" name="text-10"/>
          <p:cNvSpPr txBox="1"/>
          <p:nvPr/>
        </p:nvSpPr>
        <p:spPr>
          <a:xfrm>
            <a:off x="3108960" y="1645920"/>
            <a:ext cx="1645920" cy="457200"/>
          </a:xfrm>
          <a:prstGeom prst="rect">
            <a:avLst/>
          </a:prstGeom>
          <a:noFill/>
          <a:ln/>
        </p:spPr>
        <p:txBody>
          <a:bodyPr wrap="square" lIns="0" tIns="0" rIns="0" bIns="0" rtlCol="0" anchor="ctr"/>
          <a:lstStyle/>
          <a:p>
            <a:pPr algn="l" indent="0" marL="0">
              <a:buNone/>
            </a:pPr>
            <a:r>
              <a:rPr lang="en-US" sz="1300" dirty="0">
                <a:solidFill>
                  <a:srgbClr val="5B6478"/>
                </a:solidFill>
                <a:latin typeface="Segoe UI" pitchFamily="34" charset="0"/>
                <a:ea typeface="Segoe UI" pitchFamily="34" charset="-122"/>
                <a:cs typeface="Segoe UI" pitchFamily="34" charset="-120"/>
              </a:rPr>
              <a:t>B</a:t>
            </a:r>
            <a:endParaRPr lang="en-US" sz="1300" dirty="0"/>
          </a:p>
        </p:txBody>
      </p:sp>
      <p:sp>
        <p:nvSpPr>
          <p:cNvPr id="9" name="rect-11"/>
          <p:cNvSpPr/>
          <p:nvPr/>
        </p:nvSpPr>
        <p:spPr>
          <a:xfrm>
            <a:off x="548640" y="2103120"/>
            <a:ext cx="640080" cy="457200"/>
          </a:xfrm>
          <a:prstGeom prst="rect">
            <a:avLst/>
          </a:prstGeom>
          <a:solidFill>
            <a:srgbClr val="EEF1F7"/>
          </a:solidFill>
          <a:ln w="9525">
            <a:solidFill>
              <a:srgbClr val="D9DEE8"/>
            </a:solidFill>
            <a:prstDash val="solid"/>
          </a:ln>
        </p:spPr>
      </p:sp>
      <p:sp>
        <p:nvSpPr>
          <p:cNvPr id="10" name="text-12"/>
          <p:cNvSpPr txBox="1"/>
          <p:nvPr/>
        </p:nvSpPr>
        <p:spPr>
          <a:xfrm>
            <a:off x="640080" y="2103120"/>
            <a:ext cx="457200" cy="457200"/>
          </a:xfrm>
          <a:prstGeom prst="rect">
            <a:avLst/>
          </a:prstGeom>
          <a:noFill/>
          <a:ln/>
        </p:spPr>
        <p:txBody>
          <a:bodyPr wrap="square" lIns="0" tIns="0" rIns="0" bIns="0" rtlCol="0" anchor="ctr"/>
          <a:lstStyle/>
          <a:p>
            <a:pPr algn="ctr" indent="0" marL="0">
              <a:buNone/>
            </a:pPr>
            <a:r>
              <a:rPr lang="en-US" sz="1400" dirty="0">
                <a:solidFill>
                  <a:srgbClr val="5B6478"/>
                </a:solidFill>
                <a:latin typeface="Segoe UI Semibold" pitchFamily="34" charset="0"/>
                <a:ea typeface="Segoe UI Semibold" pitchFamily="34" charset="-122"/>
                <a:cs typeface="Segoe UI Semibold" pitchFamily="34" charset="-120"/>
              </a:rPr>
              <a:t>1</a:t>
            </a:r>
            <a:endParaRPr lang="en-US" sz="1400" dirty="0"/>
          </a:p>
        </p:txBody>
      </p:sp>
      <p:sp>
        <p:nvSpPr>
          <p:cNvPr id="11" name="rect-13"/>
          <p:cNvSpPr/>
          <p:nvPr/>
        </p:nvSpPr>
        <p:spPr>
          <a:xfrm>
            <a:off x="1188720" y="2103120"/>
            <a:ext cx="1828800" cy="457200"/>
          </a:xfrm>
          <a:prstGeom prst="rect">
            <a:avLst/>
          </a:prstGeom>
          <a:solidFill>
            <a:srgbClr val="FFFFFF"/>
          </a:solidFill>
          <a:ln w="9525">
            <a:solidFill>
              <a:srgbClr val="D9DEE8"/>
            </a:solidFill>
            <a:prstDash val="solid"/>
          </a:ln>
        </p:spPr>
      </p:sp>
      <p:sp>
        <p:nvSpPr>
          <p:cNvPr id="12" name="text-14"/>
          <p:cNvSpPr txBox="1"/>
          <p:nvPr/>
        </p:nvSpPr>
        <p:spPr>
          <a:xfrm>
            <a:off x="1280160" y="2103120"/>
            <a:ext cx="1645920" cy="457200"/>
          </a:xfrm>
          <a:prstGeom prst="rect">
            <a:avLst/>
          </a:prstGeom>
          <a:noFill/>
          <a:ln/>
        </p:spPr>
        <p:txBody>
          <a:bodyPr wrap="square" lIns="0" tIns="0" rIns="0" bIns="0" rtlCol="0" anchor="ctr"/>
          <a:lstStyle/>
          <a:p>
            <a:pPr algn="l" indent="0" marL="0">
              <a:buNone/>
            </a:pPr>
            <a:r>
              <a:rPr lang="en-US" sz="1400" dirty="0">
                <a:solidFill>
                  <a:srgbClr val="1E2433"/>
                </a:solidFill>
                <a:latin typeface="Segoe UI Semibold" pitchFamily="34" charset="0"/>
                <a:ea typeface="Segoe UI Semibold" pitchFamily="34" charset="-122"/>
                <a:cs typeface="Segoe UI Semibold" pitchFamily="34" charset="-120"/>
              </a:rPr>
              <a:t>Name</a:t>
            </a:r>
            <a:endParaRPr lang="en-US" sz="1400" dirty="0"/>
          </a:p>
        </p:txBody>
      </p:sp>
      <p:sp>
        <p:nvSpPr>
          <p:cNvPr id="13" name="rect-15"/>
          <p:cNvSpPr/>
          <p:nvPr/>
        </p:nvSpPr>
        <p:spPr>
          <a:xfrm>
            <a:off x="3017520" y="2103120"/>
            <a:ext cx="1828800" cy="457200"/>
          </a:xfrm>
          <a:prstGeom prst="rect">
            <a:avLst/>
          </a:prstGeom>
          <a:solidFill>
            <a:srgbClr val="FFFFFF"/>
          </a:solidFill>
          <a:ln w="9525">
            <a:solidFill>
              <a:srgbClr val="D9DEE8"/>
            </a:solidFill>
            <a:prstDash val="solid"/>
          </a:ln>
        </p:spPr>
      </p:sp>
      <p:sp>
        <p:nvSpPr>
          <p:cNvPr id="14" name="text-16"/>
          <p:cNvSpPr txBox="1"/>
          <p:nvPr/>
        </p:nvSpPr>
        <p:spPr>
          <a:xfrm>
            <a:off x="3108960" y="2103120"/>
            <a:ext cx="1645920" cy="457200"/>
          </a:xfrm>
          <a:prstGeom prst="rect">
            <a:avLst/>
          </a:prstGeom>
          <a:noFill/>
          <a:ln/>
        </p:spPr>
        <p:txBody>
          <a:bodyPr wrap="square" lIns="0" tIns="0" rIns="0" bIns="0" rtlCol="0" anchor="ctr"/>
          <a:lstStyle/>
          <a:p>
            <a:pPr algn="l" indent="0" marL="0">
              <a:buNone/>
            </a:pPr>
            <a:r>
              <a:rPr lang="en-US" sz="1300" dirty="0">
                <a:solidFill>
                  <a:srgbClr val="1E2433"/>
                </a:solidFill>
                <a:latin typeface="Segoe UI Semibold" pitchFamily="34" charset="0"/>
                <a:ea typeface="Segoe UI Semibold" pitchFamily="34" charset="-122"/>
                <a:cs typeface="Segoe UI Semibold" pitchFamily="34" charset="-120"/>
              </a:rPr>
              <a:t>Email</a:t>
            </a:r>
            <a:endParaRPr lang="en-US" sz="1300" dirty="0"/>
          </a:p>
        </p:txBody>
      </p:sp>
      <p:sp>
        <p:nvSpPr>
          <p:cNvPr id="15" name="rect-17"/>
          <p:cNvSpPr/>
          <p:nvPr/>
        </p:nvSpPr>
        <p:spPr>
          <a:xfrm>
            <a:off x="548640" y="2560320"/>
            <a:ext cx="640080" cy="457200"/>
          </a:xfrm>
          <a:prstGeom prst="rect">
            <a:avLst/>
          </a:prstGeom>
          <a:solidFill>
            <a:srgbClr val="EEF1F7"/>
          </a:solidFill>
          <a:ln w="9525">
            <a:solidFill>
              <a:srgbClr val="D9DEE8"/>
            </a:solidFill>
            <a:prstDash val="solid"/>
          </a:ln>
        </p:spPr>
      </p:sp>
      <p:sp>
        <p:nvSpPr>
          <p:cNvPr id="16" name="text-18"/>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400" dirty="0">
                <a:solidFill>
                  <a:srgbClr val="5B6478"/>
                </a:solidFill>
                <a:latin typeface="Segoe UI" pitchFamily="34" charset="0"/>
                <a:ea typeface="Segoe UI" pitchFamily="34" charset="-122"/>
                <a:cs typeface="Segoe UI" pitchFamily="34" charset="-120"/>
              </a:rPr>
              <a:t>2</a:t>
            </a:r>
            <a:endParaRPr lang="en-US" sz="1400" dirty="0"/>
          </a:p>
        </p:txBody>
      </p:sp>
      <p:sp>
        <p:nvSpPr>
          <p:cNvPr id="17" name="rect-19"/>
          <p:cNvSpPr/>
          <p:nvPr/>
        </p:nvSpPr>
        <p:spPr>
          <a:xfrm>
            <a:off x="1188720" y="2560320"/>
            <a:ext cx="1828800" cy="457200"/>
          </a:xfrm>
          <a:prstGeom prst="rect">
            <a:avLst/>
          </a:prstGeom>
          <a:solidFill>
            <a:srgbClr val="E8F7EE"/>
          </a:solidFill>
          <a:ln w="9525">
            <a:solidFill>
              <a:srgbClr val="D9DEE8"/>
            </a:solidFill>
            <a:prstDash val="solid"/>
          </a:ln>
        </p:spPr>
      </p:sp>
      <p:sp>
        <p:nvSpPr>
          <p:cNvPr id="18" name="text-20"/>
          <p:cNvSpPr txBox="1"/>
          <p:nvPr/>
        </p:nvSpPr>
        <p:spPr>
          <a:xfrm>
            <a:off x="1280160" y="2560320"/>
            <a:ext cx="1645920" cy="457200"/>
          </a:xfrm>
          <a:prstGeom prst="rect">
            <a:avLst/>
          </a:prstGeom>
          <a:noFill/>
          <a:ln/>
        </p:spPr>
        <p:txBody>
          <a:bodyPr wrap="square" lIns="0" tIns="0" rIns="0" bIns="0" rtlCol="0" anchor="ctr"/>
          <a:lstStyle/>
          <a:p>
            <a:pPr algn="l" indent="0" marL="0">
              <a:buNone/>
            </a:pPr>
            <a:r>
              <a:rPr lang="en-US" sz="1400" dirty="0">
                <a:solidFill>
                  <a:srgbClr val="1E2433"/>
                </a:solidFill>
                <a:latin typeface="Segoe UI" pitchFamily="34" charset="0"/>
                <a:ea typeface="Segoe UI" pitchFamily="34" charset="-122"/>
                <a:cs typeface="Segoe UI" pitchFamily="34" charset="-120"/>
              </a:rPr>
              <a:t>Anna</a:t>
            </a:r>
            <a:endParaRPr lang="en-US" sz="1400" dirty="0"/>
          </a:p>
        </p:txBody>
      </p:sp>
      <p:sp>
        <p:nvSpPr>
          <p:cNvPr id="19" name="rect-21"/>
          <p:cNvSpPr/>
          <p:nvPr/>
        </p:nvSpPr>
        <p:spPr>
          <a:xfrm>
            <a:off x="3017520" y="2560320"/>
            <a:ext cx="1828800" cy="457200"/>
          </a:xfrm>
          <a:prstGeom prst="rect">
            <a:avLst/>
          </a:prstGeom>
          <a:solidFill>
            <a:srgbClr val="E8F7EE"/>
          </a:solidFill>
          <a:ln w="9525">
            <a:solidFill>
              <a:srgbClr val="D9DEE8"/>
            </a:solidFill>
            <a:prstDash val="solid"/>
          </a:ln>
        </p:spPr>
      </p:sp>
      <p:sp>
        <p:nvSpPr>
          <p:cNvPr id="20" name="text-22"/>
          <p:cNvSpPr txBox="1"/>
          <p:nvPr/>
        </p:nvSpPr>
        <p:spPr>
          <a:xfrm>
            <a:off x="3108960" y="2560320"/>
            <a:ext cx="1645920" cy="457200"/>
          </a:xfrm>
          <a:prstGeom prst="rect">
            <a:avLst/>
          </a:prstGeom>
          <a:noFill/>
          <a:ln/>
        </p:spPr>
        <p:txBody>
          <a:bodyPr wrap="square" lIns="0" tIns="0" rIns="0" bIns="0" rtlCol="0" anchor="ctr"/>
          <a:lstStyle/>
          <a:p>
            <a:pPr algn="l" indent="0" marL="0">
              <a:buNone/>
            </a:pPr>
            <a:r>
              <a:rPr lang="en-US" sz="1300" dirty="0">
                <a:solidFill>
                  <a:srgbClr val="1E2433"/>
                </a:solidFill>
                <a:latin typeface="Segoe UI" pitchFamily="34" charset="0"/>
                <a:ea typeface="Segoe UI" pitchFamily="34" charset="-122"/>
                <a:cs typeface="Segoe UI" pitchFamily="34" charset="-120"/>
              </a:rPr>
              <a:t>anna@example.com</a:t>
            </a:r>
            <a:endParaRPr lang="en-US" sz="1300" dirty="0"/>
          </a:p>
        </p:txBody>
      </p:sp>
      <p:sp>
        <p:nvSpPr>
          <p:cNvPr id="21" name="rect-23"/>
          <p:cNvSpPr/>
          <p:nvPr/>
        </p:nvSpPr>
        <p:spPr>
          <a:xfrm>
            <a:off x="548640" y="3017520"/>
            <a:ext cx="640080" cy="457200"/>
          </a:xfrm>
          <a:prstGeom prst="rect">
            <a:avLst/>
          </a:prstGeom>
          <a:solidFill>
            <a:srgbClr val="EEF1F7"/>
          </a:solidFill>
          <a:ln w="9525">
            <a:solidFill>
              <a:srgbClr val="D9DEE8"/>
            </a:solidFill>
            <a:prstDash val="solid"/>
          </a:ln>
        </p:spPr>
      </p:sp>
      <p:sp>
        <p:nvSpPr>
          <p:cNvPr id="22" name="text-24"/>
          <p:cNvSpPr txBox="1"/>
          <p:nvPr/>
        </p:nvSpPr>
        <p:spPr>
          <a:xfrm>
            <a:off x="640080" y="3017520"/>
            <a:ext cx="457200" cy="457200"/>
          </a:xfrm>
          <a:prstGeom prst="rect">
            <a:avLst/>
          </a:prstGeom>
          <a:noFill/>
          <a:ln/>
        </p:spPr>
        <p:txBody>
          <a:bodyPr wrap="square" lIns="0" tIns="0" rIns="0" bIns="0" rtlCol="0" anchor="ctr"/>
          <a:lstStyle/>
          <a:p>
            <a:pPr algn="ctr" indent="0" marL="0">
              <a:buNone/>
            </a:pPr>
            <a:r>
              <a:rPr lang="en-US" sz="1400" dirty="0">
                <a:solidFill>
                  <a:srgbClr val="5B6478"/>
                </a:solidFill>
                <a:latin typeface="Segoe UI" pitchFamily="34" charset="0"/>
                <a:ea typeface="Segoe UI" pitchFamily="34" charset="-122"/>
                <a:cs typeface="Segoe UI" pitchFamily="34" charset="-120"/>
              </a:rPr>
              <a:t>3</a:t>
            </a:r>
            <a:endParaRPr lang="en-US" sz="1400" dirty="0"/>
          </a:p>
        </p:txBody>
      </p:sp>
      <p:sp>
        <p:nvSpPr>
          <p:cNvPr id="23" name="rect-25"/>
          <p:cNvSpPr/>
          <p:nvPr/>
        </p:nvSpPr>
        <p:spPr>
          <a:xfrm>
            <a:off x="1188720" y="3017520"/>
            <a:ext cx="1828800" cy="457200"/>
          </a:xfrm>
          <a:prstGeom prst="rect">
            <a:avLst/>
          </a:prstGeom>
          <a:solidFill>
            <a:srgbClr val="E8F7EE"/>
          </a:solidFill>
          <a:ln w="9525">
            <a:solidFill>
              <a:srgbClr val="D9DEE8"/>
            </a:solidFill>
            <a:prstDash val="solid"/>
          </a:ln>
        </p:spPr>
      </p:sp>
      <p:sp>
        <p:nvSpPr>
          <p:cNvPr id="24" name="text-26"/>
          <p:cNvSpPr txBox="1"/>
          <p:nvPr/>
        </p:nvSpPr>
        <p:spPr>
          <a:xfrm>
            <a:off x="1280160" y="3017520"/>
            <a:ext cx="1645920" cy="457200"/>
          </a:xfrm>
          <a:prstGeom prst="rect">
            <a:avLst/>
          </a:prstGeom>
          <a:noFill/>
          <a:ln/>
        </p:spPr>
        <p:txBody>
          <a:bodyPr wrap="square" lIns="0" tIns="0" rIns="0" bIns="0" rtlCol="0" anchor="ctr"/>
          <a:lstStyle/>
          <a:p>
            <a:pPr algn="l" indent="0" marL="0">
              <a:buNone/>
            </a:pPr>
            <a:r>
              <a:rPr lang="en-US" sz="1400" dirty="0">
                <a:solidFill>
                  <a:srgbClr val="1E2433"/>
                </a:solidFill>
                <a:latin typeface="Segoe UI" pitchFamily="34" charset="0"/>
                <a:ea typeface="Segoe UI" pitchFamily="34" charset="-122"/>
                <a:cs typeface="Segoe UI" pitchFamily="34" charset="-120"/>
              </a:rPr>
              <a:t>Bala</a:t>
            </a:r>
            <a:endParaRPr lang="en-US" sz="1400" dirty="0"/>
          </a:p>
        </p:txBody>
      </p:sp>
      <p:sp>
        <p:nvSpPr>
          <p:cNvPr id="25" name="rect-27"/>
          <p:cNvSpPr/>
          <p:nvPr/>
        </p:nvSpPr>
        <p:spPr>
          <a:xfrm>
            <a:off x="3017520" y="3017520"/>
            <a:ext cx="1828800" cy="457200"/>
          </a:xfrm>
          <a:prstGeom prst="rect">
            <a:avLst/>
          </a:prstGeom>
          <a:solidFill>
            <a:srgbClr val="E8F7EE"/>
          </a:solidFill>
          <a:ln w="9525">
            <a:solidFill>
              <a:srgbClr val="D9DEE8"/>
            </a:solidFill>
            <a:prstDash val="solid"/>
          </a:ln>
        </p:spPr>
      </p:sp>
      <p:sp>
        <p:nvSpPr>
          <p:cNvPr id="26" name="text-28"/>
          <p:cNvSpPr txBox="1"/>
          <p:nvPr/>
        </p:nvSpPr>
        <p:spPr>
          <a:xfrm>
            <a:off x="3108960" y="3017520"/>
            <a:ext cx="1645920" cy="457200"/>
          </a:xfrm>
          <a:prstGeom prst="rect">
            <a:avLst/>
          </a:prstGeom>
          <a:noFill/>
          <a:ln/>
        </p:spPr>
        <p:txBody>
          <a:bodyPr wrap="square" lIns="0" tIns="0" rIns="0" bIns="0" rtlCol="0" anchor="ctr"/>
          <a:lstStyle/>
          <a:p>
            <a:pPr algn="l" indent="0" marL="0">
              <a:buNone/>
            </a:pPr>
            <a:r>
              <a:rPr lang="en-US" sz="1300" dirty="0">
                <a:solidFill>
                  <a:srgbClr val="1E2433"/>
                </a:solidFill>
                <a:latin typeface="Segoe UI" pitchFamily="34" charset="0"/>
                <a:ea typeface="Segoe UI" pitchFamily="34" charset="-122"/>
                <a:cs typeface="Segoe UI" pitchFamily="34" charset="-120"/>
              </a:rPr>
              <a:t>bala@example.com</a:t>
            </a:r>
            <a:endParaRPr lang="en-US" sz="1300" dirty="0"/>
          </a:p>
        </p:txBody>
      </p:sp>
      <p:sp>
        <p:nvSpPr>
          <p:cNvPr id="27" name="rect-29"/>
          <p:cNvSpPr/>
          <p:nvPr/>
        </p:nvSpPr>
        <p:spPr>
          <a:xfrm>
            <a:off x="548640" y="3474720"/>
            <a:ext cx="640080" cy="457200"/>
          </a:xfrm>
          <a:prstGeom prst="rect">
            <a:avLst/>
          </a:prstGeom>
          <a:solidFill>
            <a:srgbClr val="EEF1F7"/>
          </a:solidFill>
          <a:ln w="9525">
            <a:solidFill>
              <a:srgbClr val="D9DEE8"/>
            </a:solidFill>
            <a:prstDash val="solid"/>
          </a:ln>
        </p:spPr>
      </p:sp>
      <p:sp>
        <p:nvSpPr>
          <p:cNvPr id="28" name="text-30"/>
          <p:cNvSpPr txBox="1"/>
          <p:nvPr/>
        </p:nvSpPr>
        <p:spPr>
          <a:xfrm>
            <a:off x="640080" y="3474720"/>
            <a:ext cx="457200" cy="457200"/>
          </a:xfrm>
          <a:prstGeom prst="rect">
            <a:avLst/>
          </a:prstGeom>
          <a:noFill/>
          <a:ln/>
        </p:spPr>
        <p:txBody>
          <a:bodyPr wrap="square" lIns="0" tIns="0" rIns="0" bIns="0" rtlCol="0" anchor="ctr"/>
          <a:lstStyle/>
          <a:p>
            <a:pPr algn="ctr" indent="0" marL="0">
              <a:buNone/>
            </a:pPr>
            <a:r>
              <a:rPr lang="en-US" sz="1400" dirty="0">
                <a:solidFill>
                  <a:srgbClr val="5B6478"/>
                </a:solidFill>
                <a:latin typeface="Segoe UI" pitchFamily="34" charset="0"/>
                <a:ea typeface="Segoe UI" pitchFamily="34" charset="-122"/>
                <a:cs typeface="Segoe UI" pitchFamily="34" charset="-120"/>
              </a:rPr>
              <a:t>4</a:t>
            </a:r>
            <a:endParaRPr lang="en-US" sz="1400" dirty="0"/>
          </a:p>
        </p:txBody>
      </p:sp>
      <p:sp>
        <p:nvSpPr>
          <p:cNvPr id="29" name="rect-31"/>
          <p:cNvSpPr/>
          <p:nvPr/>
        </p:nvSpPr>
        <p:spPr>
          <a:xfrm>
            <a:off x="1188720" y="3474720"/>
            <a:ext cx="1828800" cy="457200"/>
          </a:xfrm>
          <a:prstGeom prst="rect">
            <a:avLst/>
          </a:prstGeom>
          <a:solidFill>
            <a:srgbClr val="E8F7EE"/>
          </a:solidFill>
          <a:ln w="9525">
            <a:solidFill>
              <a:srgbClr val="D9DEE8"/>
            </a:solidFill>
            <a:prstDash val="solid"/>
          </a:ln>
        </p:spPr>
      </p:sp>
      <p:sp>
        <p:nvSpPr>
          <p:cNvPr id="30" name="text-32"/>
          <p:cNvSpPr txBox="1"/>
          <p:nvPr/>
        </p:nvSpPr>
        <p:spPr>
          <a:xfrm>
            <a:off x="1280160" y="3474720"/>
            <a:ext cx="1645920" cy="457200"/>
          </a:xfrm>
          <a:prstGeom prst="rect">
            <a:avLst/>
          </a:prstGeom>
          <a:noFill/>
          <a:ln/>
        </p:spPr>
        <p:txBody>
          <a:bodyPr wrap="square" lIns="0" tIns="0" rIns="0" bIns="0" rtlCol="0" anchor="ctr"/>
          <a:lstStyle/>
          <a:p>
            <a:pPr algn="l" indent="0" marL="0">
              <a:buNone/>
            </a:pPr>
            <a:r>
              <a:rPr lang="en-US" sz="1400" dirty="0">
                <a:solidFill>
                  <a:srgbClr val="1E2433"/>
                </a:solidFill>
                <a:latin typeface="Segoe UI" pitchFamily="34" charset="0"/>
                <a:ea typeface="Segoe UI" pitchFamily="34" charset="-122"/>
                <a:cs typeface="Segoe UI" pitchFamily="34" charset="-120"/>
              </a:rPr>
              <a:t>Chitra</a:t>
            </a:r>
            <a:endParaRPr lang="en-US" sz="1400" dirty="0"/>
          </a:p>
        </p:txBody>
      </p:sp>
      <p:sp>
        <p:nvSpPr>
          <p:cNvPr id="31" name="rect-33"/>
          <p:cNvSpPr/>
          <p:nvPr/>
        </p:nvSpPr>
        <p:spPr>
          <a:xfrm>
            <a:off x="3017520" y="3474720"/>
            <a:ext cx="1828800" cy="457200"/>
          </a:xfrm>
          <a:prstGeom prst="rect">
            <a:avLst/>
          </a:prstGeom>
          <a:solidFill>
            <a:srgbClr val="E8F7EE"/>
          </a:solidFill>
          <a:ln w="9525">
            <a:solidFill>
              <a:srgbClr val="D9DEE8"/>
            </a:solidFill>
            <a:prstDash val="solid"/>
          </a:ln>
        </p:spPr>
      </p:sp>
      <p:sp>
        <p:nvSpPr>
          <p:cNvPr id="32" name="text-34"/>
          <p:cNvSpPr txBox="1"/>
          <p:nvPr/>
        </p:nvSpPr>
        <p:spPr>
          <a:xfrm>
            <a:off x="3108960" y="3474720"/>
            <a:ext cx="1645920" cy="457200"/>
          </a:xfrm>
          <a:prstGeom prst="rect">
            <a:avLst/>
          </a:prstGeom>
          <a:noFill/>
          <a:ln/>
        </p:spPr>
        <p:txBody>
          <a:bodyPr wrap="square" lIns="0" tIns="0" rIns="0" bIns="0" rtlCol="0" anchor="ctr"/>
          <a:lstStyle/>
          <a:p>
            <a:pPr algn="l" indent="0" marL="0">
              <a:buNone/>
            </a:pPr>
            <a:r>
              <a:rPr lang="en-US" sz="1300" dirty="0">
                <a:solidFill>
                  <a:srgbClr val="1E2433"/>
                </a:solidFill>
                <a:latin typeface="Segoe UI" pitchFamily="34" charset="0"/>
                <a:ea typeface="Segoe UI" pitchFamily="34" charset="-122"/>
                <a:cs typeface="Segoe UI" pitchFamily="34" charset="-120"/>
              </a:rPr>
              <a:t>chitra@example.com</a:t>
            </a:r>
            <a:endParaRPr lang="en-US" sz="1300" dirty="0"/>
          </a:p>
        </p:txBody>
      </p:sp>
      <p:sp>
        <p:nvSpPr>
          <p:cNvPr id="33" name="rect-35"/>
          <p:cNvSpPr/>
          <p:nvPr/>
        </p:nvSpPr>
        <p:spPr>
          <a:xfrm>
            <a:off x="548640" y="3931920"/>
            <a:ext cx="640080" cy="457200"/>
          </a:xfrm>
          <a:prstGeom prst="rect">
            <a:avLst/>
          </a:prstGeom>
          <a:solidFill>
            <a:srgbClr val="EEF1F7"/>
          </a:solidFill>
          <a:ln w="9525">
            <a:solidFill>
              <a:srgbClr val="D9DEE8"/>
            </a:solidFill>
            <a:prstDash val="solid"/>
          </a:ln>
        </p:spPr>
      </p:sp>
      <p:sp>
        <p:nvSpPr>
          <p:cNvPr id="34" name="text-36"/>
          <p:cNvSpPr txBox="1"/>
          <p:nvPr/>
        </p:nvSpPr>
        <p:spPr>
          <a:xfrm>
            <a:off x="640080" y="3931920"/>
            <a:ext cx="457200" cy="457200"/>
          </a:xfrm>
          <a:prstGeom prst="rect">
            <a:avLst/>
          </a:prstGeom>
          <a:noFill/>
          <a:ln/>
        </p:spPr>
        <p:txBody>
          <a:bodyPr wrap="square" lIns="0" tIns="0" rIns="0" bIns="0" rtlCol="0" anchor="ctr"/>
          <a:lstStyle/>
          <a:p>
            <a:pPr algn="ctr" indent="0" marL="0">
              <a:buNone/>
            </a:pPr>
            <a:r>
              <a:rPr lang="en-US" sz="1400" dirty="0">
                <a:solidFill>
                  <a:srgbClr val="5B6478"/>
                </a:solidFill>
                <a:latin typeface="Segoe UI" pitchFamily="34" charset="0"/>
                <a:ea typeface="Segoe UI" pitchFamily="34" charset="-122"/>
                <a:cs typeface="Segoe UI" pitchFamily="34" charset="-120"/>
              </a:rPr>
              <a:t>5</a:t>
            </a:r>
            <a:endParaRPr lang="en-US" sz="1400" dirty="0"/>
          </a:p>
        </p:txBody>
      </p:sp>
      <p:sp>
        <p:nvSpPr>
          <p:cNvPr id="35" name="rect-37"/>
          <p:cNvSpPr/>
          <p:nvPr/>
        </p:nvSpPr>
        <p:spPr>
          <a:xfrm>
            <a:off x="1188720" y="3931920"/>
            <a:ext cx="1828800" cy="457200"/>
          </a:xfrm>
          <a:prstGeom prst="rect">
            <a:avLst/>
          </a:prstGeom>
          <a:solidFill>
            <a:srgbClr val="FFFFFF"/>
          </a:solidFill>
          <a:ln w="9525">
            <a:solidFill>
              <a:srgbClr val="D9DEE8"/>
            </a:solidFill>
            <a:prstDash val="solid"/>
          </a:ln>
        </p:spPr>
      </p:sp>
      <p:sp>
        <p:nvSpPr>
          <p:cNvPr id="36" name="text-38"/>
          <p:cNvSpPr txBox="1"/>
          <p:nvPr/>
        </p:nvSpPr>
        <p:spPr>
          <a:xfrm>
            <a:off x="1280160" y="3931920"/>
            <a:ext cx="1645920" cy="457200"/>
          </a:xfrm>
          <a:prstGeom prst="rect">
            <a:avLst/>
          </a:prstGeom>
          <a:noFill/>
          <a:ln/>
        </p:spPr>
        <p:txBody>
          <a:bodyPr wrap="square" lIns="0" tIns="0" rIns="0" bIns="0" rtlCol="0" anchor="ctr"/>
          <a:lstStyle/>
          <a:p>
            <a:pPr algn="l" indent="0" marL="0">
              <a:buNone/>
            </a:pPr>
            <a:r>
              <a:rPr lang="en-US" sz="1400" dirty="0">
                <a:solidFill>
                  <a:srgbClr val="1E2433"/>
                </a:solidFill>
                <a:latin typeface="Segoe UI" pitchFamily="34" charset="0"/>
                <a:ea typeface="Segoe UI" pitchFamily="34" charset="-122"/>
                <a:cs typeface="Segoe UI" pitchFamily="34" charset="-120"/>
              </a:rPr>
              <a:t>Dev</a:t>
            </a:r>
            <a:endParaRPr lang="en-US" sz="1400" dirty="0"/>
          </a:p>
        </p:txBody>
      </p:sp>
      <p:sp>
        <p:nvSpPr>
          <p:cNvPr id="37" name="rect-39"/>
          <p:cNvSpPr/>
          <p:nvPr/>
        </p:nvSpPr>
        <p:spPr>
          <a:xfrm>
            <a:off x="3017520" y="3931920"/>
            <a:ext cx="1828800" cy="457200"/>
          </a:xfrm>
          <a:prstGeom prst="rect">
            <a:avLst/>
          </a:prstGeom>
          <a:solidFill>
            <a:srgbClr val="FFFFFF"/>
          </a:solidFill>
          <a:ln w="9525">
            <a:solidFill>
              <a:srgbClr val="D9DEE8"/>
            </a:solidFill>
            <a:prstDash val="solid"/>
          </a:ln>
        </p:spPr>
      </p:sp>
      <p:sp>
        <p:nvSpPr>
          <p:cNvPr id="38" name="text-40"/>
          <p:cNvSpPr txBox="1"/>
          <p:nvPr/>
        </p:nvSpPr>
        <p:spPr>
          <a:xfrm>
            <a:off x="3108960" y="3931920"/>
            <a:ext cx="1645920" cy="457200"/>
          </a:xfrm>
          <a:prstGeom prst="rect">
            <a:avLst/>
          </a:prstGeom>
          <a:noFill/>
          <a:ln/>
        </p:spPr>
        <p:txBody>
          <a:bodyPr wrap="square" lIns="0" tIns="0" rIns="0" bIns="0" rtlCol="0" anchor="ctr"/>
          <a:lstStyle/>
          <a:p>
            <a:pPr algn="l" indent="0" marL="0">
              <a:buNone/>
            </a:pPr>
            <a:r>
              <a:rPr lang="en-US" sz="1300" dirty="0">
                <a:solidFill>
                  <a:srgbClr val="1E2433"/>
                </a:solidFill>
                <a:latin typeface="Segoe UI" pitchFamily="34" charset="0"/>
                <a:ea typeface="Segoe UI" pitchFamily="34" charset="-122"/>
                <a:cs typeface="Segoe UI" pitchFamily="34" charset="-120"/>
              </a:rPr>
              <a:t>dev@example.com</a:t>
            </a:r>
            <a:endParaRPr lang="en-US" sz="1300" dirty="0"/>
          </a:p>
        </p:txBody>
      </p:sp>
      <p:sp>
        <p:nvSpPr>
          <p:cNvPr id="39" name="text-41"/>
          <p:cNvSpPr txBox="1"/>
          <p:nvPr/>
        </p:nvSpPr>
        <p:spPr>
          <a:xfrm>
            <a:off x="548640" y="4526280"/>
            <a:ext cx="4389120" cy="365760"/>
          </a:xfrm>
          <a:prstGeom prst="rect">
            <a:avLst/>
          </a:prstGeom>
          <a:noFill/>
          <a:ln/>
        </p:spPr>
        <p:txBody>
          <a:bodyPr wrap="square" lIns="0" tIns="0" rIns="0" bIns="0" rtlCol="0" anchor="t"/>
          <a:lstStyle/>
          <a:p>
            <a:pPr algn="l" indent="0" marL="0">
              <a:buNone/>
            </a:pPr>
            <a:r>
              <a:rPr lang="en-US" sz="1400" dirty="0">
                <a:solidFill>
                  <a:srgbClr val="16A34A"/>
                </a:solidFill>
                <a:latin typeface="Segoe UI Semibold" pitchFamily="34" charset="0"/>
                <a:ea typeface="Segoe UI Semibold" pitchFamily="34" charset="-122"/>
                <a:cs typeface="Segoe UI Semibold" pitchFamily="34" charset="-120"/>
              </a:rPr>
              <a:t>Rows 2-4 selected → 3 runs</a:t>
            </a:r>
            <a:endParaRPr lang="en-US" sz="1400" dirty="0"/>
          </a:p>
        </p:txBody>
      </p:sp>
      <p:sp>
        <p:nvSpPr>
          <p:cNvPr id="40" name="line-42"/>
          <p:cNvSpPr/>
          <p:nvPr/>
        </p:nvSpPr>
        <p:spPr>
          <a:xfrm>
            <a:off x="5074920" y="2331720"/>
            <a:ext cx="960120" cy="0"/>
          </a:xfrm>
          <a:prstGeom prst="line">
            <a:avLst/>
          </a:prstGeom>
          <a:noFill/>
          <a:ln w="25400">
            <a:solidFill>
              <a:srgbClr val="5B6478"/>
            </a:solidFill>
            <a:prstDash val="solid"/>
            <a:tailEnd type="triangle"/>
          </a:ln>
        </p:spPr>
      </p:sp>
      <p:sp>
        <p:nvSpPr>
          <p:cNvPr id="41" name="rect-43"/>
          <p:cNvSpPr/>
          <p:nvPr/>
        </p:nvSpPr>
        <p:spPr>
          <a:xfrm>
            <a:off x="6172200" y="1645920"/>
            <a:ext cx="5486400" cy="1325880"/>
          </a:xfrm>
          <a:prstGeom prst="roundRect">
            <a:avLst>
              <a:gd name="adj" fmla="val 8276"/>
            </a:avLst>
          </a:prstGeom>
          <a:solidFill>
            <a:srgbClr val="EAF2FE"/>
          </a:solidFill>
          <a:ln w="12700">
            <a:solidFill>
              <a:srgbClr val="EAF2FE"/>
            </a:solidFill>
            <a:prstDash val="solid"/>
          </a:ln>
        </p:spPr>
      </p:sp>
      <p:sp>
        <p:nvSpPr>
          <p:cNvPr id="42" name="text-44"/>
          <p:cNvSpPr txBox="1"/>
          <p:nvPr/>
        </p:nvSpPr>
        <p:spPr>
          <a:xfrm>
            <a:off x="6400800" y="1737360"/>
            <a:ext cx="5120640" cy="1188720"/>
          </a:xfrm>
          <a:prstGeom prst="rect">
            <a:avLst/>
          </a:prstGeom>
          <a:noFill/>
          <a:ln/>
        </p:spPr>
        <p:txBody>
          <a:bodyPr wrap="square" lIns="0" tIns="0" rIns="0" bIns="0" rtlCol="0" anchor="t"/>
          <a:lstStyle/>
          <a:p>
            <a:pPr algn="l" indent="0" marL="0">
              <a:spcAft>
                <a:spcPts val="600"/>
              </a:spcAft>
              <a:buNone/>
            </a:pPr>
            <a:r>
              <a:rPr lang="en-US" sz="1600" dirty="0">
                <a:solidFill>
                  <a:srgbClr val="1E2433"/>
                </a:solidFill>
                <a:latin typeface="Segoe UI" pitchFamily="34" charset="0"/>
                <a:ea typeface="Segoe UI" pitchFamily="34" charset="-122"/>
                <a:cs typeface="Segoe UI" pitchFamily="34" charset="-120"/>
              </a:rPr>
              <a:t>Step 2:  Type </a:t>
            </a:r>
            <a:pPr algn="l" indent="0" marL="0">
              <a:spcAft>
                <a:spcPts val="600"/>
              </a:spcAft>
              <a:buNone/>
            </a:pPr>
            <a:r>
              <a:rPr lang="en-US" sz="1600" dirty="0">
                <a:solidFill>
                  <a:srgbClr val="2563EB"/>
                </a:solidFill>
                <a:latin typeface="Segoe UI Semibold" pitchFamily="34" charset="0"/>
                <a:ea typeface="Segoe UI Semibold" pitchFamily="34" charset="-122"/>
                <a:cs typeface="Segoe UI Semibold" pitchFamily="34" charset="-120"/>
              </a:rPr>
              <a:t>{{Email}}</a:t>
            </a:r>
            <a:endParaRPr lang="en-US" sz="1600" dirty="0"/>
          </a:p>
          <a:p>
            <a:pPr algn="l" indent="0" marL="0">
              <a:buNone/>
            </a:pPr>
            <a:r>
              <a:rPr lang="en-US" sz="1300" dirty="0">
                <a:solidFill>
                  <a:srgbClr val="5B6478"/>
                </a:solidFill>
                <a:latin typeface="Segoe UI" pitchFamily="34" charset="0"/>
                <a:ea typeface="Segoe UI" pitchFamily="34" charset="-122"/>
                <a:cs typeface="Segoe UI" pitchFamily="34" charset="-120"/>
              </a:rPr>
              <a:t>Run 1 types anna@example.com, run 2 bala@example.com, run 3 chitra@example.com.</a:t>
            </a:r>
            <a:endParaRPr lang="en-US" sz="1600" dirty="0"/>
          </a:p>
        </p:txBody>
      </p:sp>
      <p:sp>
        <p:nvSpPr>
          <p:cNvPr id="43" name="text-45"/>
          <p:cNvSpPr txBox="1"/>
          <p:nvPr/>
        </p:nvSpPr>
        <p:spPr>
          <a:xfrm>
            <a:off x="6172200" y="3246120"/>
            <a:ext cx="5486400" cy="3017520"/>
          </a:xfrm>
          <a:prstGeom prst="rect">
            <a:avLst/>
          </a:prstGeom>
          <a:noFill/>
          <a:ln/>
        </p:spPr>
        <p:txBody>
          <a:bodyPr wrap="square" lIns="0" tIns="0" rIns="0" bIns="0" rtlCol="0" anchor="t"/>
          <a:lstStyle/>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Row 1 holds the column names. Every other row is one run.</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A column named like the variable fills it: Email → {{Email}}.</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Rows use Excel's row numbers: all, 2-5 or 2,3,7.</a:t>
            </a:r>
            <a:endParaRPr lang="en-US" sz="1500" dirty="0"/>
          </a:p>
          <a:p>
            <a:pPr algn="l" marL="228600" indent="-228600">
              <a:spcAft>
                <a:spcPts val="800"/>
              </a:spcAft>
              <a:buSzPct val="100000"/>
              <a:buChar char="•"/>
            </a:pPr>
            <a:r>
              <a:rPr lang="en-US" sz="1500" dirty="0">
                <a:solidFill>
                  <a:srgbClr val="1E2433"/>
                </a:solidFill>
                <a:latin typeface="Segoe UI" pitchFamily="34" charset="0"/>
                <a:ea typeface="Segoe UI" pitchFamily="34" charset="-122"/>
                <a:cs typeface="Segoe UI" pitchFamily="34" charset="-120"/>
              </a:rPr>
              <a:t>No column? The variable's default value is used (set in the step editor).</a:t>
            </a:r>
            <a:endParaRPr lang="en-US" sz="1500" dirty="0"/>
          </a:p>
          <a:p>
            <a:pPr algn="l" marL="228600" indent="-228600">
              <a:buSzPct val="100000"/>
              <a:buChar char="•"/>
            </a:pPr>
            <a:r>
              <a:rPr lang="en-US" sz="1500" dirty="0">
                <a:solidFill>
                  <a:srgbClr val="1E2433"/>
                </a:solidFill>
                <a:latin typeface="Segoe UI" pitchFamily="34" charset="0"/>
                <a:ea typeface="Segoe UI" pitchFamily="34" charset="-122"/>
                <a:cs typeface="Segoe UI" pitchFamily="34" charset="-120"/>
              </a:rPr>
              <a:t>Fixed values (name=value) give every run the same value.</a:t>
            </a:r>
            <a:endParaRPr lang="en-US" sz="1500" dirty="0"/>
          </a:p>
        </p:txBody>
      </p:sp>
      <p:sp>
        <p:nvSpPr>
          <p:cNvPr id="44" name="text-46"/>
          <p:cNvSpPr txBox="1"/>
          <p:nvPr/>
        </p:nvSpPr>
        <p:spPr>
          <a:xfrm>
            <a:off x="548640" y="4983480"/>
            <a:ext cx="5120640" cy="8229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Make a variable in the step editor: Make variable on a typed step.</a:t>
            </a:r>
            <a:endParaRPr lang="en-US" sz="13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Stopping safely</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16A34A"/>
                </a:solidFill>
                <a:latin typeface="Segoe UI Semibold" pitchFamily="34" charset="0"/>
                <a:ea typeface="Segoe UI Semibold" pitchFamily="34" charset="-122"/>
                <a:cs typeface="Segoe UI Semibold" pitchFamily="34" charset="-120"/>
              </a:rPr>
              <a:t>PLAY</a:t>
            </a:r>
            <a:endParaRPr lang="en-US" sz="1200" dirty="0"/>
          </a:p>
        </p:txBody>
      </p:sp>
      <p:sp>
        <p:nvSpPr>
          <p:cNvPr id="4" name="oval-5"/>
          <p:cNvSpPr/>
          <p:nvPr/>
        </p:nvSpPr>
        <p:spPr>
          <a:xfrm>
            <a:off x="548640" y="1600200"/>
            <a:ext cx="566928" cy="566928"/>
          </a:xfrm>
          <a:prstGeom prst="ellipse">
            <a:avLst/>
          </a:prstGeom>
          <a:solidFill>
            <a:srgbClr val="FDECEC"/>
          </a:solidFill>
          <a:ln/>
        </p:spPr>
      </p:sp>
      <p:pic>
        <p:nvPicPr>
          <p:cNvPr id="5" name="image-6" descr="keyboard icon">    </p:cNvPr>
          <p:cNvPicPr>
            <a:picLocks noChangeAspect="1"/>
          </p:cNvPicPr>
          <p:nvPr/>
        </p:nvPicPr>
        <p:blipFill>
          <a:blip r:embed="rId1"/>
          <a:stretch>
            <a:fillRect/>
          </a:stretch>
        </p:blipFill>
        <p:spPr>
          <a:xfrm>
            <a:off x="684703" y="1736263"/>
            <a:ext cx="294803" cy="294803"/>
          </a:xfrm>
          <a:prstGeom prst="rect">
            <a:avLst/>
          </a:prstGeom>
        </p:spPr>
      </p:pic>
      <p:sp>
        <p:nvSpPr>
          <p:cNvPr id="6" name="text-7"/>
          <p:cNvSpPr txBox="1"/>
          <p:nvPr/>
        </p:nvSpPr>
        <p:spPr>
          <a:xfrm>
            <a:off x="1316736" y="1563624"/>
            <a:ext cx="508406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Press F10</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Stops recording or playback. Held keys are released.</a:t>
            </a:r>
            <a:endParaRPr lang="en-US" sz="1700" dirty="0"/>
          </a:p>
        </p:txBody>
      </p:sp>
      <p:sp>
        <p:nvSpPr>
          <p:cNvPr id="7" name="oval-8"/>
          <p:cNvSpPr/>
          <p:nvPr/>
        </p:nvSpPr>
        <p:spPr>
          <a:xfrm>
            <a:off x="548640" y="2624328"/>
            <a:ext cx="566928" cy="566928"/>
          </a:xfrm>
          <a:prstGeom prst="ellipse">
            <a:avLst/>
          </a:prstGeom>
          <a:solidFill>
            <a:srgbClr val="FDECEC"/>
          </a:solidFill>
          <a:ln/>
        </p:spPr>
      </p:sp>
      <p:pic>
        <p:nvPicPr>
          <p:cNvPr id="8" name="image-9" descr="stop icon">    </p:cNvPr>
          <p:cNvPicPr>
            <a:picLocks noChangeAspect="1"/>
          </p:cNvPicPr>
          <p:nvPr/>
        </p:nvPicPr>
        <p:blipFill>
          <a:blip r:embed="rId2"/>
          <a:stretch>
            <a:fillRect/>
          </a:stretch>
        </p:blipFill>
        <p:spPr>
          <a:xfrm>
            <a:off x="684703" y="2760391"/>
            <a:ext cx="294803" cy="294803"/>
          </a:xfrm>
          <a:prstGeom prst="rect">
            <a:avLst/>
          </a:prstGeom>
        </p:spPr>
      </p:pic>
      <p:sp>
        <p:nvSpPr>
          <p:cNvPr id="9" name="text-10"/>
          <p:cNvSpPr txBox="1"/>
          <p:nvPr/>
        </p:nvSpPr>
        <p:spPr>
          <a:xfrm>
            <a:off x="1316736" y="2587752"/>
            <a:ext cx="508406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Click ■ STOP</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The floating bar; it moves away if a step clicks under it.</a:t>
            </a:r>
            <a:endParaRPr lang="en-US" sz="1700" dirty="0"/>
          </a:p>
        </p:txBody>
      </p:sp>
      <p:sp>
        <p:nvSpPr>
          <p:cNvPr id="10" name="oval-11"/>
          <p:cNvSpPr/>
          <p:nvPr/>
        </p:nvSpPr>
        <p:spPr>
          <a:xfrm>
            <a:off x="548640" y="3648456"/>
            <a:ext cx="566928" cy="566928"/>
          </a:xfrm>
          <a:prstGeom prst="ellipse">
            <a:avLst/>
          </a:prstGeom>
          <a:solidFill>
            <a:srgbClr val="FEF5E2"/>
          </a:solidFill>
          <a:ln/>
        </p:spPr>
      </p:sp>
      <p:pic>
        <p:nvPicPr>
          <p:cNvPr id="11" name="image-12" descr="mouse icon">    </p:cNvPr>
          <p:cNvPicPr>
            <a:picLocks noChangeAspect="1"/>
          </p:cNvPicPr>
          <p:nvPr/>
        </p:nvPicPr>
        <p:blipFill>
          <a:blip r:embed="rId3"/>
          <a:stretch>
            <a:fillRect/>
          </a:stretch>
        </p:blipFill>
        <p:spPr>
          <a:xfrm>
            <a:off x="684703" y="3784519"/>
            <a:ext cx="294803" cy="294803"/>
          </a:xfrm>
          <a:prstGeom prst="rect">
            <a:avLst/>
          </a:prstGeom>
        </p:spPr>
      </p:pic>
      <p:sp>
        <p:nvSpPr>
          <p:cNvPr id="12" name="text-13"/>
          <p:cNvSpPr txBox="1"/>
          <p:nvPr/>
        </p:nvSpPr>
        <p:spPr>
          <a:xfrm>
            <a:off x="1316736" y="3611880"/>
            <a:ext cx="508406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Mouse to the top-left corner</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Playback only: a quick emergency stop.</a:t>
            </a:r>
            <a:endParaRPr lang="en-US" sz="1700" dirty="0"/>
          </a:p>
        </p:txBody>
      </p:sp>
      <p:sp>
        <p:nvSpPr>
          <p:cNvPr id="13" name="oval-14"/>
          <p:cNvSpPr/>
          <p:nvPr/>
        </p:nvSpPr>
        <p:spPr>
          <a:xfrm>
            <a:off x="548640" y="4672584"/>
            <a:ext cx="566928" cy="566928"/>
          </a:xfrm>
          <a:prstGeom prst="ellipse">
            <a:avLst/>
          </a:prstGeom>
          <a:solidFill>
            <a:srgbClr val="EEF1F7"/>
          </a:solidFill>
          <a:ln/>
        </p:spPr>
      </p:sp>
      <p:pic>
        <p:nvPicPr>
          <p:cNvPr id="14" name="image-15" descr="close icon">    </p:cNvPr>
          <p:cNvPicPr>
            <a:picLocks noChangeAspect="1"/>
          </p:cNvPicPr>
          <p:nvPr/>
        </p:nvPicPr>
        <p:blipFill>
          <a:blip r:embed="rId4"/>
          <a:stretch>
            <a:fillRect/>
          </a:stretch>
        </p:blipFill>
        <p:spPr>
          <a:xfrm>
            <a:off x="684703" y="4808647"/>
            <a:ext cx="294803" cy="294803"/>
          </a:xfrm>
          <a:prstGeom prst="rect">
            <a:avLst/>
          </a:prstGeom>
        </p:spPr>
      </p:pic>
      <p:sp>
        <p:nvSpPr>
          <p:cNvPr id="15" name="text-16"/>
          <p:cNvSpPr txBox="1"/>
          <p:nvPr/>
        </p:nvSpPr>
        <p:spPr>
          <a:xfrm>
            <a:off x="1316736" y="4636008"/>
            <a:ext cx="5084064" cy="914400"/>
          </a:xfrm>
          <a:prstGeom prst="rect">
            <a:avLst/>
          </a:prstGeom>
          <a:noFill/>
          <a:ln/>
        </p:spPr>
        <p:txBody>
          <a:bodyPr wrap="square" lIns="0" tIns="0" rIns="0" bIns="0" rtlCol="0" anchor="t"/>
          <a:lstStyle/>
          <a:p>
            <a:pPr algn="l" indent="0" marL="0">
              <a:spcAft>
                <a:spcPts val="200"/>
              </a:spcAft>
              <a:buNone/>
            </a:pPr>
            <a:r>
              <a:rPr lang="en-US" sz="1700" dirty="0">
                <a:solidFill>
                  <a:srgbClr val="1E2433"/>
                </a:solidFill>
                <a:latin typeface="Segoe UI Semibold" pitchFamily="34" charset="0"/>
                <a:ea typeface="Segoe UI Semibold" pitchFamily="34" charset="-122"/>
                <a:cs typeface="Segoe UI Semibold" pitchFamily="34" charset="-120"/>
              </a:rPr>
              <a:t>Force stop (window)</a:t>
            </a:r>
            <a:endParaRPr lang="en-US" sz="1700" dirty="0"/>
          </a:p>
          <a:p>
            <a:pPr algn="l" indent="0" marL="0">
              <a:buNone/>
            </a:pPr>
            <a:r>
              <a:rPr lang="en-US" sz="1400" dirty="0">
                <a:solidFill>
                  <a:srgbClr val="5B6478"/>
                </a:solidFill>
                <a:latin typeface="Segoe UI" pitchFamily="34" charset="0"/>
                <a:ea typeface="Segoe UI" pitchFamily="34" charset="-122"/>
                <a:cs typeface="Segoe UI" pitchFamily="34" charset="-120"/>
              </a:rPr>
              <a:t>Last resort. Recording is not saved.</a:t>
            </a:r>
            <a:endParaRPr lang="en-US" sz="1700" dirty="0"/>
          </a:p>
        </p:txBody>
      </p:sp>
      <p:sp>
        <p:nvSpPr>
          <p:cNvPr id="16" name="text-17"/>
          <p:cNvSpPr txBox="1"/>
          <p:nvPr/>
        </p:nvSpPr>
        <p:spPr>
          <a:xfrm>
            <a:off x="6766560" y="1554480"/>
            <a:ext cx="4846320" cy="365760"/>
          </a:xfrm>
          <a:prstGeom prst="rect">
            <a:avLst/>
          </a:prstGeom>
          <a:noFill/>
          <a:ln/>
        </p:spPr>
        <p:txBody>
          <a:bodyPr wrap="square" lIns="0" tIns="0" rIns="0" bIns="0" rtlCol="0" anchor="t"/>
          <a:lstStyle/>
          <a:p>
            <a:pPr algn="l" indent="0" marL="0">
              <a:buNone/>
            </a:pPr>
            <a:r>
              <a:rPr lang="en-US" sz="1600" dirty="0">
                <a:solidFill>
                  <a:srgbClr val="1E2433"/>
                </a:solidFill>
                <a:latin typeface="Segoe UI Semibold" pitchFamily="34" charset="0"/>
                <a:ea typeface="Segoe UI Semibold" pitchFamily="34" charset="-122"/>
                <a:cs typeface="Segoe UI Semibold" pitchFamily="34" charset="-120"/>
              </a:rPr>
              <a:t>When playback ends, a pop-up tells you</a:t>
            </a:r>
            <a:endParaRPr lang="en-US" sz="1600" dirty="0"/>
          </a:p>
        </p:txBody>
      </p:sp>
      <p:sp>
        <p:nvSpPr>
          <p:cNvPr id="17" name="rect-18"/>
          <p:cNvSpPr/>
          <p:nvPr/>
        </p:nvSpPr>
        <p:spPr>
          <a:xfrm>
            <a:off x="6748272" y="2084832"/>
            <a:ext cx="2505456" cy="1764942"/>
          </a:xfrm>
          <a:prstGeom prst="roundRect">
            <a:avLst>
              <a:gd name="adj" fmla="val 518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18" name="image-19" descr="Pop-up: Automation completed successfully">    </p:cNvPr>
          <p:cNvPicPr>
            <a:picLocks noChangeAspect="1"/>
          </p:cNvPicPr>
          <p:nvPr/>
        </p:nvPicPr>
        <p:blipFill>
          <a:blip r:embed="rId5"/>
          <a:stretch>
            <a:fillRect/>
          </a:stretch>
        </p:blipFill>
        <p:spPr>
          <a:xfrm>
            <a:off x="6812280" y="2148840"/>
            <a:ext cx="2377440" cy="1636926"/>
          </a:xfrm>
          <a:prstGeom prst="rect">
            <a:avLst/>
          </a:prstGeom>
        </p:spPr>
      </p:pic>
      <p:sp>
        <p:nvSpPr>
          <p:cNvPr id="19" name="rect-20"/>
          <p:cNvSpPr/>
          <p:nvPr/>
        </p:nvSpPr>
        <p:spPr>
          <a:xfrm>
            <a:off x="9400032" y="2084832"/>
            <a:ext cx="2154686" cy="1764942"/>
          </a:xfrm>
          <a:prstGeom prst="roundRect">
            <a:avLst>
              <a:gd name="adj" fmla="val 518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20" name="image-21" descr="Pop-up: Automation stopped by user">    </p:cNvPr>
          <p:cNvPicPr>
            <a:picLocks noChangeAspect="1"/>
          </p:cNvPicPr>
          <p:nvPr/>
        </p:nvPicPr>
        <p:blipFill>
          <a:blip r:embed="rId6"/>
          <a:stretch>
            <a:fillRect/>
          </a:stretch>
        </p:blipFill>
        <p:spPr>
          <a:xfrm>
            <a:off x="9464040" y="2148840"/>
            <a:ext cx="2026670" cy="1636926"/>
          </a:xfrm>
          <a:prstGeom prst="rect">
            <a:avLst/>
          </a:prstGeom>
        </p:spPr>
      </p:pic>
      <p:sp>
        <p:nvSpPr>
          <p:cNvPr id="21" name="rect-22"/>
          <p:cNvSpPr/>
          <p:nvPr/>
        </p:nvSpPr>
        <p:spPr>
          <a:xfrm>
            <a:off x="6766560" y="4251960"/>
            <a:ext cx="4892040" cy="1737360"/>
          </a:xfrm>
          <a:prstGeom prst="roundRect">
            <a:avLst>
              <a:gd name="adj" fmla="val 6316"/>
            </a:avLst>
          </a:prstGeom>
          <a:solidFill>
            <a:srgbClr val="FFF4DE"/>
          </a:solidFill>
          <a:ln w="12700">
            <a:solidFill>
              <a:srgbClr val="FFF4DE"/>
            </a:solidFill>
            <a:prstDash val="solid"/>
          </a:ln>
        </p:spPr>
      </p:sp>
      <p:sp>
        <p:nvSpPr>
          <p:cNvPr id="22" name="text-23"/>
          <p:cNvSpPr txBox="1"/>
          <p:nvPr/>
        </p:nvSpPr>
        <p:spPr>
          <a:xfrm>
            <a:off x="6995160" y="4251960"/>
            <a:ext cx="4480560" cy="1737360"/>
          </a:xfrm>
          <a:prstGeom prst="rect">
            <a:avLst/>
          </a:prstGeom>
          <a:noFill/>
          <a:ln/>
        </p:spPr>
        <p:txBody>
          <a:bodyPr wrap="square" lIns="0" tIns="0" rIns="0" bIns="0" rtlCol="0" anchor="ctr"/>
          <a:lstStyle/>
          <a:p>
            <a:pPr algn="l" indent="0" marL="0">
              <a:spcAft>
                <a:spcPts val="600"/>
              </a:spcAft>
              <a:buNone/>
            </a:pPr>
            <a:r>
              <a:rPr lang="en-US" sz="1500" dirty="0">
                <a:solidFill>
                  <a:srgbClr val="B45309"/>
                </a:solidFill>
                <a:latin typeface="Segoe UI Semibold" pitchFamily="34" charset="0"/>
                <a:ea typeface="Segoe UI Semibold" pitchFamily="34" charset="-122"/>
                <a:cs typeface="Segoe UI Semibold" pitchFamily="34" charset="-120"/>
              </a:rPr>
              <a:t>Something unexpected? Stop first, then look.</a:t>
            </a:r>
            <a:endParaRPr lang="en-US" sz="1500" dirty="0"/>
          </a:p>
          <a:p>
            <a:pPr algn="l" indent="0" marL="0">
              <a:buNone/>
            </a:pPr>
            <a:r>
              <a:rPr lang="en-US" sz="1400" dirty="0">
                <a:solidFill>
                  <a:srgbClr val="B45309"/>
                </a:solidFill>
                <a:latin typeface="Segoe UI" pitchFamily="34" charset="0"/>
                <a:ea typeface="Segoe UI" pitchFamily="34" charset="-122"/>
                <a:cs typeface="Segoe UI" pitchFamily="34" charset="-120"/>
              </a:rPr>
              <a:t>Check what was already entered in the app before you play again.</a:t>
            </a:r>
            <a:endParaRPr lang="en-US" sz="15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The report: what the recording does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2563EB"/>
                </a:solidFill>
                <a:latin typeface="Segoe UI Semibold" pitchFamily="34" charset="0"/>
                <a:ea typeface="Segoe UI Semibold" pitchFamily="34" charset="-122"/>
                <a:cs typeface="Segoe UI Semibold" pitchFamily="34" charset="-120"/>
              </a:rPr>
              <a:t>REVIEW</a:t>
            </a:r>
            <a:endParaRPr lang="en-US" sz="1200" dirty="0"/>
          </a:p>
        </p:txBody>
      </p:sp>
      <p:sp>
        <p:nvSpPr>
          <p:cNvPr id="4" name="rect-5"/>
          <p:cNvSpPr/>
          <p:nvPr/>
        </p:nvSpPr>
        <p:spPr>
          <a:xfrm>
            <a:off x="484632" y="1490472"/>
            <a:ext cx="5888736" cy="3229942"/>
          </a:xfrm>
          <a:prstGeom prst="roundRect">
            <a:avLst>
              <a:gd name="adj" fmla="val 283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5" name="image-6" descr="HTML report: summary and variables">    </p:cNvPr>
          <p:cNvPicPr>
            <a:picLocks noChangeAspect="1"/>
          </p:cNvPicPr>
          <p:nvPr/>
        </p:nvPicPr>
        <p:blipFill>
          <a:blip r:embed="rId1"/>
          <a:stretch>
            <a:fillRect/>
          </a:stretch>
        </p:blipFill>
        <p:spPr>
          <a:xfrm>
            <a:off x="548640" y="1554480"/>
            <a:ext cx="5760720" cy="3101926"/>
          </a:xfrm>
          <a:prstGeom prst="rect">
            <a:avLst/>
          </a:prstGeom>
        </p:spPr>
      </p:pic>
      <p:sp>
        <p:nvSpPr>
          <p:cNvPr id="6" name="rect-7"/>
          <p:cNvSpPr/>
          <p:nvPr/>
        </p:nvSpPr>
        <p:spPr>
          <a:xfrm>
            <a:off x="6519672" y="1490472"/>
            <a:ext cx="5157216" cy="3174551"/>
          </a:xfrm>
          <a:prstGeom prst="roundRect">
            <a:avLst>
              <a:gd name="adj" fmla="val 2880"/>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pic>
        <p:nvPicPr>
          <p:cNvPr id="7" name="image-8" descr="HTML report: step timeline">    </p:cNvPr>
          <p:cNvPicPr>
            <a:picLocks noChangeAspect="1"/>
          </p:cNvPicPr>
          <p:nvPr/>
        </p:nvPicPr>
        <p:blipFill>
          <a:blip r:embed="rId2"/>
          <a:stretch>
            <a:fillRect/>
          </a:stretch>
        </p:blipFill>
        <p:spPr>
          <a:xfrm>
            <a:off x="6583680" y="1554480"/>
            <a:ext cx="5029200" cy="3046535"/>
          </a:xfrm>
          <a:prstGeom prst="rect">
            <a:avLst/>
          </a:prstGeom>
        </p:spPr>
      </p:pic>
      <p:sp>
        <p:nvSpPr>
          <p:cNvPr id="8" name="text-9"/>
          <p:cNvSpPr txBox="1"/>
          <p:nvPr/>
        </p:nvSpPr>
        <p:spPr>
          <a:xfrm>
            <a:off x="548640" y="4892040"/>
            <a:ext cx="5760720" cy="1371600"/>
          </a:xfrm>
          <a:prstGeom prst="rect">
            <a:avLst/>
          </a:prstGeom>
          <a:noFill/>
          <a:ln/>
        </p:spPr>
        <p:txBody>
          <a:bodyPr wrap="square" lIns="0" tIns="0" rIns="0" bIns="0" rtlCol="0" anchor="t"/>
          <a:lstStyle/>
          <a:p>
            <a:pPr algn="l" marL="228600" indent="-228600">
              <a:spcAft>
                <a:spcPts val="600"/>
              </a:spcAft>
              <a:buSzPct val="100000"/>
              <a:buChar char="•"/>
            </a:pPr>
            <a:r>
              <a:rPr lang="en-US" sz="1400" dirty="0">
                <a:solidFill>
                  <a:srgbClr val="1E2433"/>
                </a:solidFill>
                <a:latin typeface="Segoe UI" pitchFamily="34" charset="0"/>
                <a:ea typeface="Segoe UI" pitchFamily="34" charset="-122"/>
                <a:cs typeface="Segoe UI" pitchFamily="34" charset="-120"/>
              </a:rPr>
              <a:t>Open it from REPORT → Open report. It opens in your browser.</a:t>
            </a:r>
            <a:endParaRPr lang="en-US" sz="1400" dirty="0"/>
          </a:p>
          <a:p>
            <a:pPr algn="l" marL="228600" indent="-228600">
              <a:buSzPct val="100000"/>
              <a:buChar char="•"/>
            </a:pPr>
            <a:r>
              <a:rPr lang="en-US" sz="1400" dirty="0">
                <a:solidFill>
                  <a:srgbClr val="1E2433"/>
                </a:solidFill>
                <a:latin typeface="Segoe UI" pitchFamily="34" charset="0"/>
                <a:ea typeface="Segoe UI" pitchFamily="34" charset="-122"/>
                <a:cs typeface="Segoe UI" pitchFamily="34" charset="-120"/>
              </a:rPr>
              <a:t>Filter, search and print. Share it so a colleague can review.</a:t>
            </a:r>
            <a:endParaRPr lang="en-US" sz="1400" dirty="0"/>
          </a:p>
        </p:txBody>
      </p:sp>
      <p:sp>
        <p:nvSpPr>
          <p:cNvPr id="9" name="text-10"/>
          <p:cNvSpPr txBox="1"/>
          <p:nvPr/>
        </p:nvSpPr>
        <p:spPr>
          <a:xfrm>
            <a:off x="6583680" y="4892040"/>
            <a:ext cx="5029200" cy="822960"/>
          </a:xfrm>
          <a:prstGeom prst="rect">
            <a:avLst/>
          </a:prstGeom>
          <a:noFill/>
          <a:ln/>
        </p:spPr>
        <p:txBody>
          <a:bodyPr wrap="square" lIns="0" tIns="0" rIns="0" bIns="0" rtlCol="0" anchor="t"/>
          <a:lstStyle/>
          <a:p>
            <a:pPr algn="l" indent="0" marL="0">
              <a:buNone/>
            </a:pPr>
            <a:r>
              <a:rPr lang="en-US" sz="1400" dirty="0">
                <a:solidFill>
                  <a:srgbClr val="5B6478"/>
                </a:solidFill>
                <a:latin typeface="Segoe UI" pitchFamily="34" charset="0"/>
                <a:ea typeface="Segoe UI" pitchFamily="34" charset="-122"/>
                <a:cs typeface="Segoe UI" pitchFamily="34" charset="-120"/>
              </a:rPr>
              <a:t>OCR checks show their screenshot with the red box.</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Test once, then repeat</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BEST PRACTICES</a:t>
            </a:r>
            <a:endParaRPr lang="en-US" sz="1200" dirty="0"/>
          </a:p>
        </p:txBody>
      </p:sp>
      <p:sp>
        <p:nvSpPr>
          <p:cNvPr id="4" name="rect-5"/>
          <p:cNvSpPr/>
          <p:nvPr/>
        </p:nvSpPr>
        <p:spPr>
          <a:xfrm>
            <a:off x="548640" y="1600200"/>
            <a:ext cx="2011680" cy="2148840"/>
          </a:xfrm>
          <a:prstGeom prst="roundRect">
            <a:avLst>
              <a:gd name="adj" fmla="val 5455"/>
            </a:avLst>
          </a:prstGeom>
          <a:solidFill>
            <a:srgbClr val="E8F7EE"/>
          </a:solidFill>
          <a:ln w="12700">
            <a:solidFill>
              <a:srgbClr val="E8F7EE"/>
            </a:solidFill>
            <a:prstDash val="solid"/>
          </a:ln>
        </p:spPr>
      </p:sp>
      <p:sp>
        <p:nvSpPr>
          <p:cNvPr id="5" name="oval-6"/>
          <p:cNvSpPr/>
          <p:nvPr/>
        </p:nvSpPr>
        <p:spPr>
          <a:xfrm>
            <a:off x="1234440" y="1783080"/>
            <a:ext cx="640080" cy="640080"/>
          </a:xfrm>
          <a:prstGeom prst="ellipse">
            <a:avLst/>
          </a:prstGeom>
          <a:solidFill>
            <a:srgbClr val="FFFFFF"/>
          </a:solidFill>
          <a:ln/>
        </p:spPr>
      </p:sp>
      <p:pic>
        <p:nvPicPr>
          <p:cNvPr id="6" name="image-7" descr="play icon">    </p:cNvPr>
          <p:cNvPicPr>
            <a:picLocks noChangeAspect="1"/>
          </p:cNvPicPr>
          <p:nvPr/>
        </p:nvPicPr>
        <p:blipFill>
          <a:blip r:embed="rId1"/>
          <a:stretch>
            <a:fillRect/>
          </a:stretch>
        </p:blipFill>
        <p:spPr>
          <a:xfrm>
            <a:off x="1388059" y="1936699"/>
            <a:ext cx="332842" cy="332842"/>
          </a:xfrm>
          <a:prstGeom prst="rect">
            <a:avLst/>
          </a:prstGeom>
        </p:spPr>
      </p:pic>
      <p:sp>
        <p:nvSpPr>
          <p:cNvPr id="7" name="text-8"/>
          <p:cNvSpPr txBox="1"/>
          <p:nvPr/>
        </p:nvSpPr>
        <p:spPr>
          <a:xfrm>
            <a:off x="685800" y="2514600"/>
            <a:ext cx="1737360" cy="411480"/>
          </a:xfrm>
          <a:prstGeom prst="rect">
            <a:avLst/>
          </a:prstGeom>
          <a:noFill/>
          <a:ln/>
        </p:spPr>
        <p:txBody>
          <a:bodyPr wrap="square" lIns="0" tIns="0" rIns="0" bIns="0" rtlCol="0" anchor="t"/>
          <a:lstStyle/>
          <a:p>
            <a:pPr algn="ctr" indent="0" marL="0">
              <a:buNone/>
            </a:pPr>
            <a:r>
              <a:rPr lang="en-US" sz="1700" dirty="0">
                <a:solidFill>
                  <a:srgbClr val="16A34A"/>
                </a:solidFill>
                <a:latin typeface="Segoe UI Semibold" pitchFamily="34" charset="0"/>
                <a:ea typeface="Segoe UI Semibold" pitchFamily="34" charset="-122"/>
                <a:cs typeface="Segoe UI Semibold" pitchFamily="34" charset="-120"/>
              </a:rPr>
              <a:t>Test</a:t>
            </a:r>
            <a:endParaRPr lang="en-US" sz="1700" dirty="0"/>
          </a:p>
        </p:txBody>
      </p:sp>
      <p:sp>
        <p:nvSpPr>
          <p:cNvPr id="8" name="text-9"/>
          <p:cNvSpPr txBox="1"/>
          <p:nvPr/>
        </p:nvSpPr>
        <p:spPr>
          <a:xfrm>
            <a:off x="685800" y="2926080"/>
            <a:ext cx="1737360" cy="777240"/>
          </a:xfrm>
          <a:prstGeom prst="rect">
            <a:avLst/>
          </a:prstGeom>
          <a:noFill/>
          <a:ln/>
        </p:spPr>
        <p:txBody>
          <a:bodyPr wrap="square" lIns="0" tIns="0" rIns="0" bIns="0" rtlCol="0" anchor="t"/>
          <a:lstStyle/>
          <a:p>
            <a:pPr algn="ctr" indent="0" marL="0">
              <a:buNone/>
            </a:pPr>
            <a:r>
              <a:rPr lang="en-US" sz="1300" dirty="0">
                <a:solidFill>
                  <a:srgbClr val="1E2433"/>
                </a:solidFill>
                <a:latin typeface="Segoe UI" pitchFamily="34" charset="0"/>
                <a:ea typeface="Segoe UI" pitchFamily="34" charset="-122"/>
                <a:cs typeface="Segoe UI" pitchFamily="34" charset="-120"/>
              </a:rPr>
              <a:t>Rows: one row only, speed 1×. Watch it.</a:t>
            </a:r>
            <a:endParaRPr lang="en-US" sz="1300" dirty="0"/>
          </a:p>
        </p:txBody>
      </p:sp>
      <p:sp>
        <p:nvSpPr>
          <p:cNvPr id="9" name="line-10"/>
          <p:cNvSpPr/>
          <p:nvPr/>
        </p:nvSpPr>
        <p:spPr>
          <a:xfrm>
            <a:off x="2587752" y="2670048"/>
            <a:ext cx="201168" cy="0"/>
          </a:xfrm>
          <a:prstGeom prst="line">
            <a:avLst/>
          </a:prstGeom>
          <a:noFill/>
          <a:ln w="19050">
            <a:solidFill>
              <a:srgbClr val="5B6478"/>
            </a:solidFill>
            <a:prstDash val="solid"/>
            <a:tailEnd type="triangle"/>
          </a:ln>
        </p:spPr>
      </p:sp>
      <p:sp>
        <p:nvSpPr>
          <p:cNvPr id="10" name="rect-11"/>
          <p:cNvSpPr/>
          <p:nvPr/>
        </p:nvSpPr>
        <p:spPr>
          <a:xfrm>
            <a:off x="2816352" y="1600200"/>
            <a:ext cx="2011680" cy="2148840"/>
          </a:xfrm>
          <a:prstGeom prst="roundRect">
            <a:avLst>
              <a:gd name="adj" fmla="val 5455"/>
            </a:avLst>
          </a:prstGeom>
          <a:solidFill>
            <a:srgbClr val="EAF2FE"/>
          </a:solidFill>
          <a:ln w="12700">
            <a:solidFill>
              <a:srgbClr val="EAF2FE"/>
            </a:solidFill>
            <a:prstDash val="solid"/>
          </a:ln>
        </p:spPr>
      </p:sp>
      <p:sp>
        <p:nvSpPr>
          <p:cNvPr id="11" name="oval-12"/>
          <p:cNvSpPr/>
          <p:nvPr/>
        </p:nvSpPr>
        <p:spPr>
          <a:xfrm>
            <a:off x="3502152" y="1783080"/>
            <a:ext cx="640080" cy="640080"/>
          </a:xfrm>
          <a:prstGeom prst="ellipse">
            <a:avLst/>
          </a:prstGeom>
          <a:solidFill>
            <a:srgbClr val="FFFFFF"/>
          </a:solidFill>
          <a:ln/>
        </p:spPr>
      </p:sp>
      <p:pic>
        <p:nvPicPr>
          <p:cNvPr id="12" name="image-13" descr="eye icon">    </p:cNvPr>
          <p:cNvPicPr>
            <a:picLocks noChangeAspect="1"/>
          </p:cNvPicPr>
          <p:nvPr/>
        </p:nvPicPr>
        <p:blipFill>
          <a:blip r:embed="rId2"/>
          <a:stretch>
            <a:fillRect/>
          </a:stretch>
        </p:blipFill>
        <p:spPr>
          <a:xfrm>
            <a:off x="3655771" y="1936699"/>
            <a:ext cx="332842" cy="332842"/>
          </a:xfrm>
          <a:prstGeom prst="rect">
            <a:avLst/>
          </a:prstGeom>
        </p:spPr>
      </p:pic>
      <p:sp>
        <p:nvSpPr>
          <p:cNvPr id="13" name="text-14"/>
          <p:cNvSpPr txBox="1"/>
          <p:nvPr/>
        </p:nvSpPr>
        <p:spPr>
          <a:xfrm>
            <a:off x="2953512" y="2514600"/>
            <a:ext cx="1737360" cy="411480"/>
          </a:xfrm>
          <a:prstGeom prst="rect">
            <a:avLst/>
          </a:prstGeom>
          <a:noFill/>
          <a:ln/>
        </p:spPr>
        <p:txBody>
          <a:bodyPr wrap="square" lIns="0" tIns="0" rIns="0" bIns="0" rtlCol="0" anchor="t"/>
          <a:lstStyle/>
          <a:p>
            <a:pPr algn="ctr" indent="0" marL="0">
              <a:buNone/>
            </a:pPr>
            <a:r>
              <a:rPr lang="en-US" sz="1700" dirty="0">
                <a:solidFill>
                  <a:srgbClr val="2563EB"/>
                </a:solidFill>
                <a:latin typeface="Segoe UI Semibold" pitchFamily="34" charset="0"/>
                <a:ea typeface="Segoe UI Semibold" pitchFamily="34" charset="-122"/>
                <a:cs typeface="Segoe UI Semibold" pitchFamily="34" charset="-120"/>
              </a:rPr>
              <a:t>Check</a:t>
            </a:r>
            <a:endParaRPr lang="en-US" sz="1700" dirty="0"/>
          </a:p>
        </p:txBody>
      </p:sp>
      <p:sp>
        <p:nvSpPr>
          <p:cNvPr id="14" name="text-15"/>
          <p:cNvSpPr txBox="1"/>
          <p:nvPr/>
        </p:nvSpPr>
        <p:spPr>
          <a:xfrm>
            <a:off x="2953512" y="2926080"/>
            <a:ext cx="1737360" cy="777240"/>
          </a:xfrm>
          <a:prstGeom prst="rect">
            <a:avLst/>
          </a:prstGeom>
          <a:noFill/>
          <a:ln/>
        </p:spPr>
        <p:txBody>
          <a:bodyPr wrap="square" lIns="0" tIns="0" rIns="0" bIns="0" rtlCol="0" anchor="t"/>
          <a:lstStyle/>
          <a:p>
            <a:pPr algn="ctr" indent="0" marL="0">
              <a:buNone/>
            </a:pPr>
            <a:r>
              <a:rPr lang="en-US" sz="1300" dirty="0">
                <a:solidFill>
                  <a:srgbClr val="1E2433"/>
                </a:solidFill>
                <a:latin typeface="Segoe UI" pitchFamily="34" charset="0"/>
                <a:ea typeface="Segoe UI" pitchFamily="34" charset="-122"/>
                <a:cs typeface="Segoe UI" pitchFamily="34" charset="-120"/>
              </a:rPr>
              <a:t>Look at the result in the app.</a:t>
            </a:r>
            <a:endParaRPr lang="en-US" sz="1300" dirty="0"/>
          </a:p>
        </p:txBody>
      </p:sp>
      <p:sp>
        <p:nvSpPr>
          <p:cNvPr id="15" name="line-16"/>
          <p:cNvSpPr/>
          <p:nvPr/>
        </p:nvSpPr>
        <p:spPr>
          <a:xfrm>
            <a:off x="4855464" y="2670048"/>
            <a:ext cx="201168" cy="0"/>
          </a:xfrm>
          <a:prstGeom prst="line">
            <a:avLst/>
          </a:prstGeom>
          <a:noFill/>
          <a:ln w="19050">
            <a:solidFill>
              <a:srgbClr val="5B6478"/>
            </a:solidFill>
            <a:prstDash val="solid"/>
            <a:tailEnd type="triangle"/>
          </a:ln>
        </p:spPr>
      </p:sp>
      <p:sp>
        <p:nvSpPr>
          <p:cNvPr id="16" name="rect-17"/>
          <p:cNvSpPr/>
          <p:nvPr/>
        </p:nvSpPr>
        <p:spPr>
          <a:xfrm>
            <a:off x="5084064" y="1600200"/>
            <a:ext cx="2011680" cy="2148840"/>
          </a:xfrm>
          <a:prstGeom prst="roundRect">
            <a:avLst>
              <a:gd name="adj" fmla="val 5455"/>
            </a:avLst>
          </a:prstGeom>
          <a:solidFill>
            <a:srgbClr val="FEF5E2"/>
          </a:solidFill>
          <a:ln w="12700">
            <a:solidFill>
              <a:srgbClr val="FEF5E2"/>
            </a:solidFill>
            <a:prstDash val="solid"/>
          </a:ln>
        </p:spPr>
      </p:sp>
      <p:sp>
        <p:nvSpPr>
          <p:cNvPr id="17" name="oval-18"/>
          <p:cNvSpPr/>
          <p:nvPr/>
        </p:nvSpPr>
        <p:spPr>
          <a:xfrm>
            <a:off x="5769864" y="1783080"/>
            <a:ext cx="640080" cy="640080"/>
          </a:xfrm>
          <a:prstGeom prst="ellipse">
            <a:avLst/>
          </a:prstGeom>
          <a:solidFill>
            <a:srgbClr val="FFFFFF"/>
          </a:solidFill>
          <a:ln/>
        </p:spPr>
      </p:sp>
      <p:pic>
        <p:nvPicPr>
          <p:cNvPr id="18" name="image-19" descr="edit icon">    </p:cNvPr>
          <p:cNvPicPr>
            <a:picLocks noChangeAspect="1"/>
          </p:cNvPicPr>
          <p:nvPr/>
        </p:nvPicPr>
        <p:blipFill>
          <a:blip r:embed="rId3"/>
          <a:stretch>
            <a:fillRect/>
          </a:stretch>
        </p:blipFill>
        <p:spPr>
          <a:xfrm>
            <a:off x="5923483" y="1936699"/>
            <a:ext cx="332842" cy="332842"/>
          </a:xfrm>
          <a:prstGeom prst="rect">
            <a:avLst/>
          </a:prstGeom>
        </p:spPr>
      </p:pic>
      <p:sp>
        <p:nvSpPr>
          <p:cNvPr id="19" name="text-20"/>
          <p:cNvSpPr txBox="1"/>
          <p:nvPr/>
        </p:nvSpPr>
        <p:spPr>
          <a:xfrm>
            <a:off x="5221224" y="2514600"/>
            <a:ext cx="1737360" cy="411480"/>
          </a:xfrm>
          <a:prstGeom prst="rect">
            <a:avLst/>
          </a:prstGeom>
          <a:noFill/>
          <a:ln/>
        </p:spPr>
        <p:txBody>
          <a:bodyPr wrap="square" lIns="0" tIns="0" rIns="0" bIns="0" rtlCol="0" anchor="t"/>
          <a:lstStyle/>
          <a:p>
            <a:pPr algn="ctr" indent="0" marL="0">
              <a:buNone/>
            </a:pPr>
            <a:r>
              <a:rPr lang="en-US" sz="1700" dirty="0">
                <a:solidFill>
                  <a:srgbClr val="D97706"/>
                </a:solidFill>
                <a:latin typeface="Segoe UI Semibold" pitchFamily="34" charset="0"/>
                <a:ea typeface="Segoe UI Semibold" pitchFamily="34" charset="-122"/>
                <a:cs typeface="Segoe UI Semibold" pitchFamily="34" charset="-120"/>
              </a:rPr>
              <a:t>Fix</a:t>
            </a:r>
            <a:endParaRPr lang="en-US" sz="1700" dirty="0"/>
          </a:p>
        </p:txBody>
      </p:sp>
      <p:sp>
        <p:nvSpPr>
          <p:cNvPr id="20" name="text-21"/>
          <p:cNvSpPr txBox="1"/>
          <p:nvPr/>
        </p:nvSpPr>
        <p:spPr>
          <a:xfrm>
            <a:off x="5221224" y="2926080"/>
            <a:ext cx="1737360" cy="777240"/>
          </a:xfrm>
          <a:prstGeom prst="rect">
            <a:avLst/>
          </a:prstGeom>
          <a:noFill/>
          <a:ln/>
        </p:spPr>
        <p:txBody>
          <a:bodyPr wrap="square" lIns="0" tIns="0" rIns="0" bIns="0" rtlCol="0" anchor="t"/>
          <a:lstStyle/>
          <a:p>
            <a:pPr algn="ctr" indent="0" marL="0">
              <a:buNone/>
            </a:pPr>
            <a:r>
              <a:rPr lang="en-US" sz="1300" dirty="0">
                <a:solidFill>
                  <a:srgbClr val="1E2433"/>
                </a:solidFill>
                <a:latin typeface="Segoe UI" pitchFamily="34" charset="0"/>
                <a:ea typeface="Segoe UI" pitchFamily="34" charset="-122"/>
                <a:cs typeface="Segoe UI" pitchFamily="34" charset="-120"/>
              </a:rPr>
              <a:t>Correct steps in the editor.</a:t>
            </a:r>
            <a:endParaRPr lang="en-US" sz="1300" dirty="0"/>
          </a:p>
        </p:txBody>
      </p:sp>
      <p:sp>
        <p:nvSpPr>
          <p:cNvPr id="21" name="line-22"/>
          <p:cNvSpPr/>
          <p:nvPr/>
        </p:nvSpPr>
        <p:spPr>
          <a:xfrm>
            <a:off x="7123176" y="2670048"/>
            <a:ext cx="201168" cy="0"/>
          </a:xfrm>
          <a:prstGeom prst="line">
            <a:avLst/>
          </a:prstGeom>
          <a:noFill/>
          <a:ln w="19050">
            <a:solidFill>
              <a:srgbClr val="5B6478"/>
            </a:solidFill>
            <a:prstDash val="solid"/>
            <a:tailEnd type="triangle"/>
          </a:ln>
        </p:spPr>
      </p:sp>
      <p:sp>
        <p:nvSpPr>
          <p:cNvPr id="22" name="rect-23"/>
          <p:cNvSpPr/>
          <p:nvPr/>
        </p:nvSpPr>
        <p:spPr>
          <a:xfrm>
            <a:off x="7351776" y="1600200"/>
            <a:ext cx="2011680" cy="2148840"/>
          </a:xfrm>
          <a:prstGeom prst="roundRect">
            <a:avLst>
              <a:gd name="adj" fmla="val 5455"/>
            </a:avLst>
          </a:prstGeom>
          <a:solidFill>
            <a:srgbClr val="E8F7EE"/>
          </a:solidFill>
          <a:ln w="12700">
            <a:solidFill>
              <a:srgbClr val="E8F7EE"/>
            </a:solidFill>
            <a:prstDash val="solid"/>
          </a:ln>
        </p:spPr>
      </p:sp>
      <p:sp>
        <p:nvSpPr>
          <p:cNvPr id="23" name="oval-24"/>
          <p:cNvSpPr/>
          <p:nvPr/>
        </p:nvSpPr>
        <p:spPr>
          <a:xfrm>
            <a:off x="8037576" y="1783080"/>
            <a:ext cx="640080" cy="640080"/>
          </a:xfrm>
          <a:prstGeom prst="ellipse">
            <a:avLst/>
          </a:prstGeom>
          <a:solidFill>
            <a:srgbClr val="FFFFFF"/>
          </a:solidFill>
          <a:ln/>
        </p:spPr>
      </p:sp>
      <p:pic>
        <p:nvPicPr>
          <p:cNvPr id="24" name="image-25" descr="sync icon">    </p:cNvPr>
          <p:cNvPicPr>
            <a:picLocks noChangeAspect="1"/>
          </p:cNvPicPr>
          <p:nvPr/>
        </p:nvPicPr>
        <p:blipFill>
          <a:blip r:embed="rId4"/>
          <a:stretch>
            <a:fillRect/>
          </a:stretch>
        </p:blipFill>
        <p:spPr>
          <a:xfrm>
            <a:off x="8191195" y="1936699"/>
            <a:ext cx="332842" cy="332842"/>
          </a:xfrm>
          <a:prstGeom prst="rect">
            <a:avLst/>
          </a:prstGeom>
        </p:spPr>
      </p:pic>
      <p:sp>
        <p:nvSpPr>
          <p:cNvPr id="25" name="text-26"/>
          <p:cNvSpPr txBox="1"/>
          <p:nvPr/>
        </p:nvSpPr>
        <p:spPr>
          <a:xfrm>
            <a:off x="7488936" y="2514600"/>
            <a:ext cx="1737360" cy="411480"/>
          </a:xfrm>
          <a:prstGeom prst="rect">
            <a:avLst/>
          </a:prstGeom>
          <a:noFill/>
          <a:ln/>
        </p:spPr>
        <p:txBody>
          <a:bodyPr wrap="square" lIns="0" tIns="0" rIns="0" bIns="0" rtlCol="0" anchor="t"/>
          <a:lstStyle/>
          <a:p>
            <a:pPr algn="ctr" indent="0" marL="0">
              <a:buNone/>
            </a:pPr>
            <a:r>
              <a:rPr lang="en-US" sz="1700" dirty="0">
                <a:solidFill>
                  <a:srgbClr val="16A34A"/>
                </a:solidFill>
                <a:latin typeface="Segoe UI Semibold" pitchFamily="34" charset="0"/>
                <a:ea typeface="Segoe UI Semibold" pitchFamily="34" charset="-122"/>
                <a:cs typeface="Segoe UI Semibold" pitchFamily="34" charset="-120"/>
              </a:rPr>
              <a:t>Run all</a:t>
            </a:r>
            <a:endParaRPr lang="en-US" sz="1700" dirty="0"/>
          </a:p>
        </p:txBody>
      </p:sp>
      <p:sp>
        <p:nvSpPr>
          <p:cNvPr id="26" name="text-27"/>
          <p:cNvSpPr txBox="1"/>
          <p:nvPr/>
        </p:nvSpPr>
        <p:spPr>
          <a:xfrm>
            <a:off x="7488936" y="2926080"/>
            <a:ext cx="1737360" cy="777240"/>
          </a:xfrm>
          <a:prstGeom prst="rect">
            <a:avLst/>
          </a:prstGeom>
          <a:noFill/>
          <a:ln/>
        </p:spPr>
        <p:txBody>
          <a:bodyPr wrap="square" lIns="0" tIns="0" rIns="0" bIns="0" rtlCol="0" anchor="t"/>
          <a:lstStyle/>
          <a:p>
            <a:pPr algn="ctr" indent="0" marL="0">
              <a:buNone/>
            </a:pPr>
            <a:r>
              <a:rPr lang="en-US" sz="1300" dirty="0">
                <a:solidFill>
                  <a:srgbClr val="1E2433"/>
                </a:solidFill>
                <a:latin typeface="Segoe UI" pitchFamily="34" charset="0"/>
                <a:ea typeface="Segoe UI" pitchFamily="34" charset="-122"/>
                <a:cs typeface="Segoe UI" pitchFamily="34" charset="-120"/>
              </a:rPr>
              <a:t>Then play the remaining rows.</a:t>
            </a:r>
            <a:endParaRPr lang="en-US" sz="1300" dirty="0"/>
          </a:p>
        </p:txBody>
      </p:sp>
      <p:sp>
        <p:nvSpPr>
          <p:cNvPr id="27" name="line-28"/>
          <p:cNvSpPr/>
          <p:nvPr/>
        </p:nvSpPr>
        <p:spPr>
          <a:xfrm>
            <a:off x="9390888" y="2670048"/>
            <a:ext cx="201168" cy="0"/>
          </a:xfrm>
          <a:prstGeom prst="line">
            <a:avLst/>
          </a:prstGeom>
          <a:noFill/>
          <a:ln w="19050">
            <a:solidFill>
              <a:srgbClr val="5B6478"/>
            </a:solidFill>
            <a:prstDash val="solid"/>
            <a:tailEnd type="triangle"/>
          </a:ln>
        </p:spPr>
      </p:sp>
      <p:sp>
        <p:nvSpPr>
          <p:cNvPr id="28" name="rect-29"/>
          <p:cNvSpPr/>
          <p:nvPr/>
        </p:nvSpPr>
        <p:spPr>
          <a:xfrm>
            <a:off x="9619488" y="1600200"/>
            <a:ext cx="2011680" cy="2148840"/>
          </a:xfrm>
          <a:prstGeom prst="roundRect">
            <a:avLst>
              <a:gd name="adj" fmla="val 5455"/>
            </a:avLst>
          </a:prstGeom>
          <a:solidFill>
            <a:srgbClr val="EEF0FF"/>
          </a:solidFill>
          <a:ln w="12700">
            <a:solidFill>
              <a:srgbClr val="EEF0FF"/>
            </a:solidFill>
            <a:prstDash val="solid"/>
          </a:ln>
        </p:spPr>
      </p:sp>
      <p:sp>
        <p:nvSpPr>
          <p:cNvPr id="29" name="oval-30"/>
          <p:cNvSpPr/>
          <p:nvPr/>
        </p:nvSpPr>
        <p:spPr>
          <a:xfrm>
            <a:off x="10305288" y="1783080"/>
            <a:ext cx="640080" cy="640080"/>
          </a:xfrm>
          <a:prstGeom prst="ellipse">
            <a:avLst/>
          </a:prstGeom>
          <a:solidFill>
            <a:srgbClr val="FFFFFF"/>
          </a:solidFill>
          <a:ln/>
        </p:spPr>
      </p:sp>
      <p:pic>
        <p:nvPicPr>
          <p:cNvPr id="30" name="image-31" descr="check icon">    </p:cNvPr>
          <p:cNvPicPr>
            <a:picLocks noChangeAspect="1"/>
          </p:cNvPicPr>
          <p:nvPr/>
        </p:nvPicPr>
        <p:blipFill>
          <a:blip r:embed="rId5"/>
          <a:stretch>
            <a:fillRect/>
          </a:stretch>
        </p:blipFill>
        <p:spPr>
          <a:xfrm>
            <a:off x="10458907" y="1936699"/>
            <a:ext cx="332842" cy="332842"/>
          </a:xfrm>
          <a:prstGeom prst="rect">
            <a:avLst/>
          </a:prstGeom>
        </p:spPr>
      </p:pic>
      <p:sp>
        <p:nvSpPr>
          <p:cNvPr id="31" name="text-32"/>
          <p:cNvSpPr txBox="1"/>
          <p:nvPr/>
        </p:nvSpPr>
        <p:spPr>
          <a:xfrm>
            <a:off x="9756648" y="2514600"/>
            <a:ext cx="1737360" cy="411480"/>
          </a:xfrm>
          <a:prstGeom prst="rect">
            <a:avLst/>
          </a:prstGeom>
          <a:noFill/>
          <a:ln/>
        </p:spPr>
        <p:txBody>
          <a:bodyPr wrap="square" lIns="0" tIns="0" rIns="0" bIns="0" rtlCol="0" anchor="t"/>
          <a:lstStyle/>
          <a:p>
            <a:pPr algn="ctr" indent="0" marL="0">
              <a:buNone/>
            </a:pPr>
            <a:r>
              <a:rPr lang="en-US" sz="1700" dirty="0">
                <a:solidFill>
                  <a:srgbClr val="4F46E5"/>
                </a:solidFill>
                <a:latin typeface="Segoe UI Semibold" pitchFamily="34" charset="0"/>
                <a:ea typeface="Segoe UI Semibold" pitchFamily="34" charset="-122"/>
                <a:cs typeface="Segoe UI Semibold" pitchFamily="34" charset="-120"/>
              </a:rPr>
              <a:t>Verify</a:t>
            </a:r>
            <a:endParaRPr lang="en-US" sz="1700" dirty="0"/>
          </a:p>
        </p:txBody>
      </p:sp>
      <p:sp>
        <p:nvSpPr>
          <p:cNvPr id="32" name="text-33"/>
          <p:cNvSpPr txBox="1"/>
          <p:nvPr/>
        </p:nvSpPr>
        <p:spPr>
          <a:xfrm>
            <a:off x="9756648" y="2926080"/>
            <a:ext cx="1737360" cy="777240"/>
          </a:xfrm>
          <a:prstGeom prst="rect">
            <a:avLst/>
          </a:prstGeom>
          <a:noFill/>
          <a:ln/>
        </p:spPr>
        <p:txBody>
          <a:bodyPr wrap="square" lIns="0" tIns="0" rIns="0" bIns="0" rtlCol="0" anchor="t"/>
          <a:lstStyle/>
          <a:p>
            <a:pPr algn="ctr" indent="0" marL="0">
              <a:buNone/>
            </a:pPr>
            <a:r>
              <a:rPr lang="en-US" sz="1300" dirty="0">
                <a:solidFill>
                  <a:srgbClr val="1E2433"/>
                </a:solidFill>
                <a:latin typeface="Segoe UI" pitchFamily="34" charset="0"/>
                <a:ea typeface="Segoe UI" pitchFamily="34" charset="-122"/>
                <a:cs typeface="Segoe UI" pitchFamily="34" charset="-120"/>
              </a:rPr>
              <a:t>Confirm no duplicates or wrong records.</a:t>
            </a:r>
            <a:endParaRPr lang="en-US" sz="1300" dirty="0"/>
          </a:p>
        </p:txBody>
      </p:sp>
      <p:sp>
        <p:nvSpPr>
          <p:cNvPr id="33" name="text-34"/>
          <p:cNvSpPr txBox="1"/>
          <p:nvPr/>
        </p:nvSpPr>
        <p:spPr>
          <a:xfrm>
            <a:off x="548640" y="4023360"/>
            <a:ext cx="10972800" cy="411480"/>
          </a:xfrm>
          <a:prstGeom prst="rect">
            <a:avLst/>
          </a:prstGeom>
          <a:noFill/>
          <a:ln/>
        </p:spPr>
        <p:txBody>
          <a:bodyPr wrap="square" lIns="0" tIns="0" rIns="0" bIns="0" rtlCol="0" anchor="t"/>
          <a:lstStyle/>
          <a:p>
            <a:pPr algn="l" indent="0" marL="0">
              <a:buNone/>
            </a:pPr>
            <a:r>
              <a:rPr lang="en-US" sz="1800" dirty="0">
                <a:solidFill>
                  <a:srgbClr val="1E2433"/>
                </a:solidFill>
                <a:latin typeface="Segoe UI Semibold" pitchFamily="34" charset="0"/>
                <a:ea typeface="Segoe UI Semibold" pitchFamily="34" charset="-122"/>
                <a:cs typeface="Segoe UI Semibold" pitchFamily="34" charset="-120"/>
              </a:rPr>
              <a:t>Prevent duplicates and wrong data</a:t>
            </a:r>
            <a:endParaRPr lang="en-US" sz="1800" dirty="0"/>
          </a:p>
        </p:txBody>
      </p:sp>
      <p:sp>
        <p:nvSpPr>
          <p:cNvPr id="34" name="text-35"/>
          <p:cNvSpPr txBox="1"/>
          <p:nvPr/>
        </p:nvSpPr>
        <p:spPr>
          <a:xfrm>
            <a:off x="548640" y="4480560"/>
            <a:ext cx="5486400" cy="1828800"/>
          </a:xfrm>
          <a:prstGeom prst="rect">
            <a:avLst/>
          </a:prstGeom>
          <a:noFill/>
          <a:ln/>
        </p:spPr>
        <p:txBody>
          <a:bodyPr wrap="square" lIns="0" tIns="0" rIns="0" bIns="0" rtlCol="0" anchor="t"/>
          <a:lstStyle/>
          <a:p>
            <a:pPr algn="l" marL="228600" indent="-228600">
              <a:spcAft>
                <a:spcPts val="600"/>
              </a:spcAft>
              <a:buSzPct val="100000"/>
              <a:buChar char="•"/>
            </a:pPr>
            <a:r>
              <a:rPr lang="en-US" sz="1400" dirty="0">
                <a:solidFill>
                  <a:srgbClr val="1E2433"/>
                </a:solidFill>
                <a:latin typeface="Segoe UI" pitchFamily="34" charset="0"/>
                <a:ea typeface="Segoe UI" pitchFamily="34" charset="-122"/>
                <a:cs typeface="Segoe UI" pitchFamily="34" charset="-120"/>
              </a:rPr>
              <a:t>End the recording on the page where it started, so every run begins the same way.</a:t>
            </a:r>
            <a:endParaRPr lang="en-US" sz="1400" dirty="0"/>
          </a:p>
          <a:p>
            <a:pPr algn="l" marL="228600" indent="-228600">
              <a:buSzPct val="100000"/>
              <a:buChar char="•"/>
            </a:pPr>
            <a:r>
              <a:rPr lang="en-US" sz="1400" dirty="0">
                <a:solidFill>
                  <a:srgbClr val="1E2433"/>
                </a:solidFill>
                <a:latin typeface="Segoe UI" pitchFamily="34" charset="0"/>
                <a:ea typeface="Segoe UI" pitchFamily="34" charset="-122"/>
                <a:cs typeface="Segoe UI" pitchFamily="34" charset="-120"/>
              </a:rPr>
              <a:t>Add an OCR check for “already exists” or error messages, with clear typed text on.</a:t>
            </a:r>
            <a:endParaRPr lang="en-US" sz="1400" dirty="0"/>
          </a:p>
        </p:txBody>
      </p:sp>
      <p:sp>
        <p:nvSpPr>
          <p:cNvPr id="35" name="text-36"/>
          <p:cNvSpPr txBox="1"/>
          <p:nvPr/>
        </p:nvSpPr>
        <p:spPr>
          <a:xfrm>
            <a:off x="6263640" y="4480560"/>
            <a:ext cx="5394960" cy="1828800"/>
          </a:xfrm>
          <a:prstGeom prst="rect">
            <a:avLst/>
          </a:prstGeom>
          <a:noFill/>
          <a:ln/>
        </p:spPr>
        <p:txBody>
          <a:bodyPr wrap="square" lIns="0" tIns="0" rIns="0" bIns="0" rtlCol="0" anchor="t"/>
          <a:lstStyle/>
          <a:p>
            <a:pPr algn="l" marL="228600" indent="-228600">
              <a:spcAft>
                <a:spcPts val="600"/>
              </a:spcAft>
              <a:buSzPct val="100000"/>
              <a:buChar char="•"/>
            </a:pPr>
            <a:r>
              <a:rPr lang="en-US" sz="1400" dirty="0">
                <a:solidFill>
                  <a:srgbClr val="1E2433"/>
                </a:solidFill>
                <a:latin typeface="Segoe UI" pitchFamily="34" charset="0"/>
                <a:ea typeface="Segoe UI" pitchFamily="34" charset="-122"/>
                <a:cs typeface="Segoe UI" pitchFamily="34" charset="-120"/>
              </a:rPr>
              <a:t>Never re-run rows that already worked. Set Rows to the remaining ones, e.g. 5-20.</a:t>
            </a:r>
            <a:endParaRPr lang="en-US" sz="1400" dirty="0"/>
          </a:p>
          <a:p>
            <a:pPr algn="l" marL="228600" indent="-228600">
              <a:buSzPct val="100000"/>
              <a:buChar char="•"/>
            </a:pPr>
            <a:r>
              <a:rPr lang="en-US" sz="1400" dirty="0">
                <a:solidFill>
                  <a:srgbClr val="1E2433"/>
                </a:solidFill>
                <a:latin typeface="Segoe UI" pitchFamily="34" charset="0"/>
                <a:ea typeface="Segoe UI" pitchFamily="34" charset="-122"/>
                <a:cs typeface="Segoe UI" pitchFamily="34" charset="-120"/>
              </a:rPr>
              <a:t>Keep a copy of the data file and note which rows are done.</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Browser: tabs, windows and pages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BEST PRACTICES</a:t>
            </a:r>
            <a:endParaRPr lang="en-US" sz="1200" dirty="0"/>
          </a:p>
        </p:txBody>
      </p:sp>
      <p:sp>
        <p:nvSpPr>
          <p:cNvPr id="4" name="rect-5"/>
          <p:cNvSpPr/>
          <p:nvPr/>
        </p:nvSpPr>
        <p:spPr>
          <a:xfrm>
            <a:off x="548640" y="1554480"/>
            <a:ext cx="3520440" cy="2011680"/>
          </a:xfrm>
          <a:prstGeom prst="roundRect">
            <a:avLst>
              <a:gd name="adj" fmla="val 545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5" name="oval-6"/>
          <p:cNvSpPr/>
          <p:nvPr/>
        </p:nvSpPr>
        <p:spPr>
          <a:xfrm>
            <a:off x="777240" y="1783080"/>
            <a:ext cx="548640" cy="548640"/>
          </a:xfrm>
          <a:prstGeom prst="ellipse">
            <a:avLst/>
          </a:prstGeom>
          <a:solidFill>
            <a:srgbClr val="EEF0FF"/>
          </a:solidFill>
          <a:ln/>
        </p:spPr>
      </p:sp>
      <p:pic>
        <p:nvPicPr>
          <p:cNvPr id="6" name="image-7" descr="flag icon">    </p:cNvPr>
          <p:cNvPicPr>
            <a:picLocks noChangeAspect="1"/>
          </p:cNvPicPr>
          <p:nvPr/>
        </p:nvPicPr>
        <p:blipFill>
          <a:blip r:embed="rId1"/>
          <a:stretch>
            <a:fillRect/>
          </a:stretch>
        </p:blipFill>
        <p:spPr>
          <a:xfrm>
            <a:off x="908914" y="1914754"/>
            <a:ext cx="285293" cy="285293"/>
          </a:xfrm>
          <a:prstGeom prst="rect">
            <a:avLst/>
          </a:prstGeom>
        </p:spPr>
      </p:pic>
      <p:sp>
        <p:nvSpPr>
          <p:cNvPr id="7" name="text-8"/>
          <p:cNvSpPr txBox="1"/>
          <p:nvPr/>
        </p:nvSpPr>
        <p:spPr>
          <a:xfrm>
            <a:off x="1463040" y="1783080"/>
            <a:ext cx="2468880" cy="548640"/>
          </a:xfrm>
          <a:prstGeom prst="rect">
            <a:avLst/>
          </a:prstGeom>
          <a:noFill/>
          <a:ln/>
        </p:spPr>
        <p:txBody>
          <a:bodyPr wrap="square" lIns="0" tIns="0" rIns="0" bIns="0" rtlCol="0" anchor="ctr"/>
          <a:lstStyle/>
          <a:p>
            <a:pPr algn="l" indent="0" marL="0">
              <a:buNone/>
            </a:pPr>
            <a:r>
              <a:rPr lang="en-US" sz="1700" dirty="0">
                <a:solidFill>
                  <a:srgbClr val="1E2433"/>
                </a:solidFill>
                <a:latin typeface="Segoe UI Semibold" pitchFamily="34" charset="0"/>
                <a:ea typeface="Segoe UI Semibold" pitchFamily="34" charset="-122"/>
                <a:cs typeface="Segoe UI Semibold" pitchFamily="34" charset="-120"/>
              </a:rPr>
              <a:t>Start page</a:t>
            </a:r>
            <a:endParaRPr lang="en-US" sz="1700" dirty="0"/>
          </a:p>
        </p:txBody>
      </p:sp>
      <p:sp>
        <p:nvSpPr>
          <p:cNvPr id="8" name="text-9"/>
          <p:cNvSpPr txBox="1"/>
          <p:nvPr/>
        </p:nvSpPr>
        <p:spPr>
          <a:xfrm>
            <a:off x="777240" y="2468880"/>
            <a:ext cx="3108960" cy="10515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Record from the exact page each run starts on, and finish back there.</a:t>
            </a:r>
            <a:endParaRPr lang="en-US" sz="1300" dirty="0"/>
          </a:p>
        </p:txBody>
      </p:sp>
      <p:sp>
        <p:nvSpPr>
          <p:cNvPr id="9" name="rect-10"/>
          <p:cNvSpPr/>
          <p:nvPr/>
        </p:nvSpPr>
        <p:spPr>
          <a:xfrm>
            <a:off x="4315968" y="1554480"/>
            <a:ext cx="3520440" cy="2011680"/>
          </a:xfrm>
          <a:prstGeom prst="roundRect">
            <a:avLst>
              <a:gd name="adj" fmla="val 545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10" name="oval-11"/>
          <p:cNvSpPr/>
          <p:nvPr/>
        </p:nvSpPr>
        <p:spPr>
          <a:xfrm>
            <a:off x="4544568" y="1783080"/>
            <a:ext cx="548640" cy="548640"/>
          </a:xfrm>
          <a:prstGeom prst="ellipse">
            <a:avLst/>
          </a:prstGeom>
          <a:solidFill>
            <a:srgbClr val="EAF2FE"/>
          </a:solidFill>
          <a:ln/>
        </p:spPr>
      </p:sp>
      <p:pic>
        <p:nvPicPr>
          <p:cNvPr id="11" name="image-12" descr="newtab icon">    </p:cNvPr>
          <p:cNvPicPr>
            <a:picLocks noChangeAspect="1"/>
          </p:cNvPicPr>
          <p:nvPr/>
        </p:nvPicPr>
        <p:blipFill>
          <a:blip r:embed="rId2"/>
          <a:stretch>
            <a:fillRect/>
          </a:stretch>
        </p:blipFill>
        <p:spPr>
          <a:xfrm>
            <a:off x="4676242" y="1914754"/>
            <a:ext cx="285293" cy="285293"/>
          </a:xfrm>
          <a:prstGeom prst="rect">
            <a:avLst/>
          </a:prstGeom>
        </p:spPr>
      </p:pic>
      <p:sp>
        <p:nvSpPr>
          <p:cNvPr id="12" name="text-13"/>
          <p:cNvSpPr txBox="1"/>
          <p:nvPr/>
        </p:nvSpPr>
        <p:spPr>
          <a:xfrm>
            <a:off x="5230368" y="1783080"/>
            <a:ext cx="2468880" cy="548640"/>
          </a:xfrm>
          <a:prstGeom prst="rect">
            <a:avLst/>
          </a:prstGeom>
          <a:noFill/>
          <a:ln/>
        </p:spPr>
        <p:txBody>
          <a:bodyPr wrap="square" lIns="0" tIns="0" rIns="0" bIns="0" rtlCol="0" anchor="ctr"/>
          <a:lstStyle/>
          <a:p>
            <a:pPr algn="l" indent="0" marL="0">
              <a:buNone/>
            </a:pPr>
            <a:r>
              <a:rPr lang="en-US" sz="1700" dirty="0">
                <a:solidFill>
                  <a:srgbClr val="1E2433"/>
                </a:solidFill>
                <a:latin typeface="Segoe UI Semibold" pitchFamily="34" charset="0"/>
                <a:ea typeface="Segoe UI Semibold" pitchFamily="34" charset="-122"/>
                <a:cs typeface="Segoe UI Semibold" pitchFamily="34" charset="-120"/>
              </a:rPr>
              <a:t>Tabs</a:t>
            </a:r>
            <a:endParaRPr lang="en-US" sz="1700" dirty="0"/>
          </a:p>
        </p:txBody>
      </p:sp>
      <p:sp>
        <p:nvSpPr>
          <p:cNvPr id="13" name="text-14"/>
          <p:cNvSpPr txBox="1"/>
          <p:nvPr/>
        </p:nvSpPr>
        <p:spPr>
          <a:xfrm>
            <a:off x="4544568" y="2468880"/>
            <a:ext cx="3108960" cy="10515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New Ctrl+T · switch Ctrl+Tab or Ctrl+1–8 · close Ctrl+W · reopen Ctrl+Shift+T.</a:t>
            </a:r>
            <a:endParaRPr lang="en-US" sz="1300" dirty="0"/>
          </a:p>
        </p:txBody>
      </p:sp>
      <p:sp>
        <p:nvSpPr>
          <p:cNvPr id="14" name="rect-15"/>
          <p:cNvSpPr/>
          <p:nvPr/>
        </p:nvSpPr>
        <p:spPr>
          <a:xfrm>
            <a:off x="8083296" y="1554480"/>
            <a:ext cx="3520440" cy="2011680"/>
          </a:xfrm>
          <a:prstGeom prst="roundRect">
            <a:avLst>
              <a:gd name="adj" fmla="val 545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15" name="oval-16"/>
          <p:cNvSpPr/>
          <p:nvPr/>
        </p:nvSpPr>
        <p:spPr>
          <a:xfrm>
            <a:off x="8311896" y="1783080"/>
            <a:ext cx="548640" cy="548640"/>
          </a:xfrm>
          <a:prstGeom prst="ellipse">
            <a:avLst/>
          </a:prstGeom>
          <a:solidFill>
            <a:srgbClr val="E3F6F4"/>
          </a:solidFill>
          <a:ln/>
        </p:spPr>
      </p:sp>
      <p:pic>
        <p:nvPicPr>
          <p:cNvPr id="16" name="image-17" descr="window icon">    </p:cNvPr>
          <p:cNvPicPr>
            <a:picLocks noChangeAspect="1"/>
          </p:cNvPicPr>
          <p:nvPr/>
        </p:nvPicPr>
        <p:blipFill>
          <a:blip r:embed="rId3"/>
          <a:stretch>
            <a:fillRect/>
          </a:stretch>
        </p:blipFill>
        <p:spPr>
          <a:xfrm>
            <a:off x="8443570" y="1914754"/>
            <a:ext cx="285293" cy="285293"/>
          </a:xfrm>
          <a:prstGeom prst="rect">
            <a:avLst/>
          </a:prstGeom>
        </p:spPr>
      </p:pic>
      <p:sp>
        <p:nvSpPr>
          <p:cNvPr id="17" name="text-18"/>
          <p:cNvSpPr txBox="1"/>
          <p:nvPr/>
        </p:nvSpPr>
        <p:spPr>
          <a:xfrm>
            <a:off x="8997696" y="1783080"/>
            <a:ext cx="2468880" cy="548640"/>
          </a:xfrm>
          <a:prstGeom prst="rect">
            <a:avLst/>
          </a:prstGeom>
          <a:noFill/>
          <a:ln/>
        </p:spPr>
        <p:txBody>
          <a:bodyPr wrap="square" lIns="0" tIns="0" rIns="0" bIns="0" rtlCol="0" anchor="ctr"/>
          <a:lstStyle/>
          <a:p>
            <a:pPr algn="l" indent="0" marL="0">
              <a:buNone/>
            </a:pPr>
            <a:r>
              <a:rPr lang="en-US" sz="1700" dirty="0">
                <a:solidFill>
                  <a:srgbClr val="1E2433"/>
                </a:solidFill>
                <a:latin typeface="Segoe UI Semibold" pitchFamily="34" charset="0"/>
                <a:ea typeface="Segoe UI Semibold" pitchFamily="34" charset="-122"/>
                <a:cs typeface="Segoe UI Semibold" pitchFamily="34" charset="-120"/>
              </a:rPr>
              <a:t>Window and zoom</a:t>
            </a:r>
            <a:endParaRPr lang="en-US" sz="1700" dirty="0"/>
          </a:p>
        </p:txBody>
      </p:sp>
      <p:sp>
        <p:nvSpPr>
          <p:cNvPr id="18" name="text-19"/>
          <p:cNvSpPr txBox="1"/>
          <p:nvPr/>
        </p:nvSpPr>
        <p:spPr>
          <a:xfrm>
            <a:off x="8311896" y="2468880"/>
            <a:ext cx="3108960" cy="10515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Keep the browser maximized and zoom at 100% (Ctrl+0), same screen and scaling.</a:t>
            </a:r>
            <a:endParaRPr lang="en-US" sz="1300" dirty="0"/>
          </a:p>
        </p:txBody>
      </p:sp>
      <p:sp>
        <p:nvSpPr>
          <p:cNvPr id="19" name="rect-20"/>
          <p:cNvSpPr/>
          <p:nvPr/>
        </p:nvSpPr>
        <p:spPr>
          <a:xfrm>
            <a:off x="548640" y="3794760"/>
            <a:ext cx="3520440" cy="2011680"/>
          </a:xfrm>
          <a:prstGeom prst="roundRect">
            <a:avLst>
              <a:gd name="adj" fmla="val 545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20" name="oval-21"/>
          <p:cNvSpPr/>
          <p:nvPr/>
        </p:nvSpPr>
        <p:spPr>
          <a:xfrm>
            <a:off x="777240" y="4023360"/>
            <a:ext cx="548640" cy="548640"/>
          </a:xfrm>
          <a:prstGeom prst="ellipse">
            <a:avLst/>
          </a:prstGeom>
          <a:solidFill>
            <a:srgbClr val="FEF5E2"/>
          </a:solidFill>
          <a:ln/>
        </p:spPr>
      </p:sp>
      <p:pic>
        <p:nvPicPr>
          <p:cNvPr id="21" name="image-22" descr="timer icon">    </p:cNvPr>
          <p:cNvPicPr>
            <a:picLocks noChangeAspect="1"/>
          </p:cNvPicPr>
          <p:nvPr/>
        </p:nvPicPr>
        <p:blipFill>
          <a:blip r:embed="rId4"/>
          <a:stretch>
            <a:fillRect/>
          </a:stretch>
        </p:blipFill>
        <p:spPr>
          <a:xfrm>
            <a:off x="908914" y="4155034"/>
            <a:ext cx="285293" cy="285293"/>
          </a:xfrm>
          <a:prstGeom prst="rect">
            <a:avLst/>
          </a:prstGeom>
        </p:spPr>
      </p:pic>
      <p:sp>
        <p:nvSpPr>
          <p:cNvPr id="22" name="text-23"/>
          <p:cNvSpPr txBox="1"/>
          <p:nvPr/>
        </p:nvSpPr>
        <p:spPr>
          <a:xfrm>
            <a:off x="1463040" y="4023360"/>
            <a:ext cx="2468880" cy="548640"/>
          </a:xfrm>
          <a:prstGeom prst="rect">
            <a:avLst/>
          </a:prstGeom>
          <a:noFill/>
          <a:ln/>
        </p:spPr>
        <p:txBody>
          <a:bodyPr wrap="square" lIns="0" tIns="0" rIns="0" bIns="0" rtlCol="0" anchor="ctr"/>
          <a:lstStyle/>
          <a:p>
            <a:pPr algn="l" indent="0" marL="0">
              <a:buNone/>
            </a:pPr>
            <a:r>
              <a:rPr lang="en-US" sz="1700" dirty="0">
                <a:solidFill>
                  <a:srgbClr val="1E2433"/>
                </a:solidFill>
                <a:latin typeface="Segoe UI Semibold" pitchFamily="34" charset="0"/>
                <a:ea typeface="Segoe UI Semibold" pitchFamily="34" charset="-122"/>
                <a:cs typeface="Segoe UI Semibold" pitchFamily="34" charset="-120"/>
              </a:rPr>
              <a:t>Page loading</a:t>
            </a:r>
            <a:endParaRPr lang="en-US" sz="1700" dirty="0"/>
          </a:p>
        </p:txBody>
      </p:sp>
      <p:sp>
        <p:nvSpPr>
          <p:cNvPr id="23" name="text-24"/>
          <p:cNvSpPr txBox="1"/>
          <p:nvPr/>
        </p:nvSpPr>
        <p:spPr>
          <a:xfrm>
            <a:off x="777240" y="4709160"/>
            <a:ext cx="3108960" cy="10515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Wait until buttons show before clicking while recording; that wait is saved.</a:t>
            </a:r>
            <a:endParaRPr lang="en-US" sz="1300" dirty="0"/>
          </a:p>
        </p:txBody>
      </p:sp>
      <p:sp>
        <p:nvSpPr>
          <p:cNvPr id="24" name="rect-25"/>
          <p:cNvSpPr/>
          <p:nvPr/>
        </p:nvSpPr>
        <p:spPr>
          <a:xfrm>
            <a:off x="4315968" y="3794760"/>
            <a:ext cx="3520440" cy="2011680"/>
          </a:xfrm>
          <a:prstGeom prst="roundRect">
            <a:avLst>
              <a:gd name="adj" fmla="val 545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25" name="oval-26"/>
          <p:cNvSpPr/>
          <p:nvPr/>
        </p:nvSpPr>
        <p:spPr>
          <a:xfrm>
            <a:off x="4544568" y="4023360"/>
            <a:ext cx="548640" cy="548640"/>
          </a:xfrm>
          <a:prstGeom prst="ellipse">
            <a:avLst/>
          </a:prstGeom>
          <a:solidFill>
            <a:srgbClr val="FDECEC"/>
          </a:solidFill>
          <a:ln/>
        </p:spPr>
      </p:sp>
      <p:pic>
        <p:nvPicPr>
          <p:cNvPr id="26" name="image-27" descr="warn icon">    </p:cNvPr>
          <p:cNvPicPr>
            <a:picLocks noChangeAspect="1"/>
          </p:cNvPicPr>
          <p:nvPr/>
        </p:nvPicPr>
        <p:blipFill>
          <a:blip r:embed="rId5"/>
          <a:stretch>
            <a:fillRect/>
          </a:stretch>
        </p:blipFill>
        <p:spPr>
          <a:xfrm>
            <a:off x="4676242" y="4155034"/>
            <a:ext cx="285293" cy="285293"/>
          </a:xfrm>
          <a:prstGeom prst="rect">
            <a:avLst/>
          </a:prstGeom>
        </p:spPr>
      </p:pic>
      <p:sp>
        <p:nvSpPr>
          <p:cNvPr id="27" name="text-28"/>
          <p:cNvSpPr txBox="1"/>
          <p:nvPr/>
        </p:nvSpPr>
        <p:spPr>
          <a:xfrm>
            <a:off x="5230368" y="4023360"/>
            <a:ext cx="2468880" cy="548640"/>
          </a:xfrm>
          <a:prstGeom prst="rect">
            <a:avLst/>
          </a:prstGeom>
          <a:noFill/>
          <a:ln/>
        </p:spPr>
        <p:txBody>
          <a:bodyPr wrap="square" lIns="0" tIns="0" rIns="0" bIns="0" rtlCol="0" anchor="ctr"/>
          <a:lstStyle/>
          <a:p>
            <a:pPr algn="l" indent="0" marL="0">
              <a:buNone/>
            </a:pPr>
            <a:r>
              <a:rPr lang="en-US" sz="1700" dirty="0">
                <a:solidFill>
                  <a:srgbClr val="1E2433"/>
                </a:solidFill>
                <a:latin typeface="Segoe UI Semibold" pitchFamily="34" charset="0"/>
                <a:ea typeface="Segoe UI Semibold" pitchFamily="34" charset="-122"/>
                <a:cs typeface="Segoe UI Semibold" pitchFamily="34" charset="-120"/>
              </a:rPr>
              <a:t>Pop-ups and prompts</a:t>
            </a:r>
            <a:endParaRPr lang="en-US" sz="1700" dirty="0"/>
          </a:p>
        </p:txBody>
      </p:sp>
      <p:sp>
        <p:nvSpPr>
          <p:cNvPr id="28" name="text-29"/>
          <p:cNvSpPr txBox="1"/>
          <p:nvPr/>
        </p:nvSpPr>
        <p:spPr>
          <a:xfrm>
            <a:off x="4544568" y="4709160"/>
            <a:ext cx="3108960" cy="10515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rpabot hides other programs' pop-ups. Clear cookie, password and permission prompts first; Do not disturb: Win+N.</a:t>
            </a:r>
            <a:endParaRPr lang="en-US" sz="1300" dirty="0"/>
          </a:p>
        </p:txBody>
      </p:sp>
      <p:sp>
        <p:nvSpPr>
          <p:cNvPr id="29" name="rect-30"/>
          <p:cNvSpPr/>
          <p:nvPr/>
        </p:nvSpPr>
        <p:spPr>
          <a:xfrm>
            <a:off x="8083296" y="3794760"/>
            <a:ext cx="3520440" cy="2011680"/>
          </a:xfrm>
          <a:prstGeom prst="roundRect">
            <a:avLst>
              <a:gd name="adj" fmla="val 5455"/>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30" name="oval-31"/>
          <p:cNvSpPr/>
          <p:nvPr/>
        </p:nvSpPr>
        <p:spPr>
          <a:xfrm>
            <a:off x="8311896" y="4023360"/>
            <a:ext cx="548640" cy="548640"/>
          </a:xfrm>
          <a:prstGeom prst="ellipse">
            <a:avLst/>
          </a:prstGeom>
          <a:solidFill>
            <a:srgbClr val="E8F7EE"/>
          </a:solidFill>
          <a:ln/>
        </p:spPr>
      </p:sp>
      <p:pic>
        <p:nvPicPr>
          <p:cNvPr id="31" name="image-32" descr="refresh icon">    </p:cNvPr>
          <p:cNvPicPr>
            <a:picLocks noChangeAspect="1"/>
          </p:cNvPicPr>
          <p:nvPr/>
        </p:nvPicPr>
        <p:blipFill>
          <a:blip r:embed="rId6"/>
          <a:stretch>
            <a:fillRect/>
          </a:stretch>
        </p:blipFill>
        <p:spPr>
          <a:xfrm>
            <a:off x="8443570" y="4155034"/>
            <a:ext cx="285293" cy="285293"/>
          </a:xfrm>
          <a:prstGeom prst="rect">
            <a:avLst/>
          </a:prstGeom>
        </p:spPr>
      </p:pic>
      <p:sp>
        <p:nvSpPr>
          <p:cNvPr id="32" name="text-33"/>
          <p:cNvSpPr txBox="1"/>
          <p:nvPr/>
        </p:nvSpPr>
        <p:spPr>
          <a:xfrm>
            <a:off x="8997696" y="4023360"/>
            <a:ext cx="2468880" cy="548640"/>
          </a:xfrm>
          <a:prstGeom prst="rect">
            <a:avLst/>
          </a:prstGeom>
          <a:noFill/>
          <a:ln/>
        </p:spPr>
        <p:txBody>
          <a:bodyPr wrap="square" lIns="0" tIns="0" rIns="0" bIns="0" rtlCol="0" anchor="ctr"/>
          <a:lstStyle/>
          <a:p>
            <a:pPr algn="l" indent="0" marL="0">
              <a:buNone/>
            </a:pPr>
            <a:r>
              <a:rPr lang="en-US" sz="1700" dirty="0">
                <a:solidFill>
                  <a:srgbClr val="1E2433"/>
                </a:solidFill>
                <a:latin typeface="Segoe UI Semibold" pitchFamily="34" charset="0"/>
                <a:ea typeface="Segoe UI Semibold" pitchFamily="34" charset="-122"/>
                <a:cs typeface="Segoe UI Semibold" pitchFamily="34" charset="-120"/>
              </a:rPr>
              <a:t>Navigation</a:t>
            </a:r>
            <a:endParaRPr lang="en-US" sz="1700" dirty="0"/>
          </a:p>
        </p:txBody>
      </p:sp>
      <p:sp>
        <p:nvSpPr>
          <p:cNvPr id="33" name="text-34"/>
          <p:cNvSpPr txBox="1"/>
          <p:nvPr/>
        </p:nvSpPr>
        <p:spPr>
          <a:xfrm>
            <a:off x="8311896" y="4709160"/>
            <a:ext cx="3108960" cy="1051560"/>
          </a:xfrm>
          <a:prstGeom prst="rect">
            <a:avLst/>
          </a:prstGeom>
          <a:noFill/>
          <a:ln/>
        </p:spPr>
        <p:txBody>
          <a:bodyPr wrap="square" lIns="0" tIns="0" rIns="0" bIns="0" rtlCol="0" anchor="t"/>
          <a:lstStyle/>
          <a:p>
            <a:pPr algn="l" indent="0" marL="0">
              <a:buNone/>
            </a:pPr>
            <a:r>
              <a:rPr lang="en-US" sz="1300" dirty="0">
                <a:solidFill>
                  <a:srgbClr val="5B6478"/>
                </a:solidFill>
                <a:latin typeface="Segoe UI" pitchFamily="34" charset="0"/>
                <a:ea typeface="Segoe UI" pitchFamily="34" charset="-122"/>
                <a:cs typeface="Segoe UI" pitchFamily="34" charset="-120"/>
              </a:rPr>
              <a:t>During playback don't refresh, open links, scroll or switch tabs.</a:t>
            </a:r>
            <a:endParaRPr lang="en-US" sz="1300" dirty="0"/>
          </a:p>
        </p:txBody>
      </p:sp>
      <p:sp>
        <p:nvSpPr>
          <p:cNvPr id="34" name="text-35"/>
          <p:cNvSpPr txBox="1"/>
          <p:nvPr/>
        </p:nvSpPr>
        <p:spPr>
          <a:xfrm>
            <a:off x="548640" y="6108192"/>
            <a:ext cx="11064240" cy="320040"/>
          </a:xfrm>
          <a:prstGeom prst="rect">
            <a:avLst/>
          </a:prstGeom>
          <a:noFill/>
          <a:ln/>
        </p:spPr>
        <p:txBody>
          <a:bodyPr wrap="square" lIns="0" tIns="0" rIns="0" bIns="0" rtlCol="0" anchor="t"/>
          <a:lstStyle/>
          <a:p>
            <a:pPr algn="l" indent="0" marL="0">
              <a:buNone/>
            </a:pPr>
            <a:r>
              <a:rPr lang="en-US" sz="1100" dirty="0">
                <a:solidFill>
                  <a:srgbClr val="5B6478"/>
                </a:solidFill>
                <a:latin typeface="Segoe UI" pitchFamily="34" charset="0"/>
                <a:ea typeface="Segoe UI" pitchFamily="34" charset="-122"/>
                <a:cs typeface="Segoe UI" pitchFamily="34" charset="-120"/>
              </a:rPr>
              <a:t>General good practice. Shortcuts shown for Edge and Chrome on Windows; others may differ.</a:t>
            </a:r>
            <a:endParaRPr lang="en-US" sz="11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Coming back to the original workflow</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BEST PRACTICES</a:t>
            </a:r>
            <a:endParaRPr lang="en-US" sz="1200" dirty="0"/>
          </a:p>
        </p:txBody>
      </p:sp>
      <p:sp>
        <p:nvSpPr>
          <p:cNvPr id="4" name="oval-5"/>
          <p:cNvSpPr/>
          <p:nvPr/>
        </p:nvSpPr>
        <p:spPr>
          <a:xfrm>
            <a:off x="1097280" y="1691640"/>
            <a:ext cx="914400" cy="914400"/>
          </a:xfrm>
          <a:prstGeom prst="ellipse">
            <a:avLst/>
          </a:prstGeom>
          <a:solidFill>
            <a:srgbClr val="EAF2FE"/>
          </a:solidFill>
          <a:ln/>
        </p:spPr>
      </p:sp>
      <p:pic>
        <p:nvPicPr>
          <p:cNvPr id="5" name="image-6" descr="newtab icon">    </p:cNvPr>
          <p:cNvPicPr>
            <a:picLocks noChangeAspect="1"/>
          </p:cNvPicPr>
          <p:nvPr/>
        </p:nvPicPr>
        <p:blipFill>
          <a:blip r:embed="rId1"/>
          <a:stretch>
            <a:fillRect/>
          </a:stretch>
        </p:blipFill>
        <p:spPr>
          <a:xfrm>
            <a:off x="1325880" y="1920240"/>
            <a:ext cx="457200" cy="457200"/>
          </a:xfrm>
          <a:prstGeom prst="rect">
            <a:avLst/>
          </a:prstGeom>
        </p:spPr>
      </p:pic>
      <p:sp>
        <p:nvSpPr>
          <p:cNvPr id="6" name="text-7"/>
          <p:cNvSpPr txBox="1"/>
          <p:nvPr/>
        </p:nvSpPr>
        <p:spPr>
          <a:xfrm>
            <a:off x="548640" y="2743200"/>
            <a:ext cx="2011680" cy="411480"/>
          </a:xfrm>
          <a:prstGeom prst="rect">
            <a:avLst/>
          </a:prstGeom>
          <a:noFill/>
          <a:ln/>
        </p:spPr>
        <p:txBody>
          <a:bodyPr wrap="square" lIns="0" tIns="0" rIns="0" bIns="0" rtlCol="0" anchor="t"/>
          <a:lstStyle/>
          <a:p>
            <a:pPr algn="ctr" indent="0" marL="0">
              <a:buNone/>
            </a:pPr>
            <a:r>
              <a:rPr lang="en-US" sz="1500" dirty="0">
                <a:solidFill>
                  <a:srgbClr val="1E2433"/>
                </a:solidFill>
                <a:latin typeface="Segoe UI Semibold" pitchFamily="34" charset="0"/>
                <a:ea typeface="Segoe UI Semibold" pitchFamily="34" charset="-122"/>
                <a:cs typeface="Segoe UI Semibold" pitchFamily="34" charset="-120"/>
              </a:rPr>
              <a:t>1. Finish the side task</a:t>
            </a:r>
            <a:endParaRPr lang="en-US" sz="1500" dirty="0"/>
          </a:p>
        </p:txBody>
      </p:sp>
      <p:sp>
        <p:nvSpPr>
          <p:cNvPr id="7" name="text-8"/>
          <p:cNvSpPr txBox="1"/>
          <p:nvPr/>
        </p:nvSpPr>
        <p:spPr>
          <a:xfrm>
            <a:off x="640080" y="3154680"/>
            <a:ext cx="1828800" cy="822960"/>
          </a:xfrm>
          <a:prstGeom prst="rect">
            <a:avLst/>
          </a:prstGeom>
          <a:noFill/>
          <a:ln/>
        </p:spPr>
        <p:txBody>
          <a:bodyPr wrap="square" lIns="0" tIns="0" rIns="0" bIns="0" rtlCol="0" anchor="t"/>
          <a:lstStyle/>
          <a:p>
            <a:pPr algn="ctr" indent="0" marL="0">
              <a:buNone/>
            </a:pPr>
            <a:r>
              <a:rPr lang="en-US" sz="1300" dirty="0">
                <a:solidFill>
                  <a:srgbClr val="5B6478"/>
                </a:solidFill>
                <a:latin typeface="Segoe UI" pitchFamily="34" charset="0"/>
                <a:ea typeface="Segoe UI" pitchFamily="34" charset="-122"/>
                <a:cs typeface="Segoe UI" pitchFamily="34" charset="-120"/>
              </a:rPr>
              <a:t>in the other tab or app</a:t>
            </a:r>
            <a:endParaRPr lang="en-US" sz="1300" dirty="0"/>
          </a:p>
        </p:txBody>
      </p:sp>
      <p:sp>
        <p:nvSpPr>
          <p:cNvPr id="8" name="line-9"/>
          <p:cNvSpPr/>
          <p:nvPr/>
        </p:nvSpPr>
        <p:spPr>
          <a:xfrm>
            <a:off x="2148840" y="2148840"/>
            <a:ext cx="1097280" cy="0"/>
          </a:xfrm>
          <a:prstGeom prst="line">
            <a:avLst/>
          </a:prstGeom>
          <a:noFill/>
          <a:ln w="25400">
            <a:solidFill>
              <a:srgbClr val="D9DEE8"/>
            </a:solidFill>
            <a:prstDash val="solid"/>
            <a:tailEnd type="triangle"/>
          </a:ln>
        </p:spPr>
      </p:sp>
      <p:sp>
        <p:nvSpPr>
          <p:cNvPr id="9" name="oval-10"/>
          <p:cNvSpPr/>
          <p:nvPr/>
        </p:nvSpPr>
        <p:spPr>
          <a:xfrm>
            <a:off x="3364992" y="1691640"/>
            <a:ext cx="914400" cy="914400"/>
          </a:xfrm>
          <a:prstGeom prst="ellipse">
            <a:avLst/>
          </a:prstGeom>
          <a:solidFill>
            <a:srgbClr val="EEF1F7"/>
          </a:solidFill>
          <a:ln/>
        </p:spPr>
      </p:sp>
      <p:pic>
        <p:nvPicPr>
          <p:cNvPr id="10" name="image-11" descr="close icon">    </p:cNvPr>
          <p:cNvPicPr>
            <a:picLocks noChangeAspect="1"/>
          </p:cNvPicPr>
          <p:nvPr/>
        </p:nvPicPr>
        <p:blipFill>
          <a:blip r:embed="rId2"/>
          <a:stretch>
            <a:fillRect/>
          </a:stretch>
        </p:blipFill>
        <p:spPr>
          <a:xfrm>
            <a:off x="3593592" y="1920240"/>
            <a:ext cx="457200" cy="457200"/>
          </a:xfrm>
          <a:prstGeom prst="rect">
            <a:avLst/>
          </a:prstGeom>
        </p:spPr>
      </p:pic>
      <p:sp>
        <p:nvSpPr>
          <p:cNvPr id="11" name="text-12"/>
          <p:cNvSpPr txBox="1"/>
          <p:nvPr/>
        </p:nvSpPr>
        <p:spPr>
          <a:xfrm>
            <a:off x="2816352" y="2743200"/>
            <a:ext cx="2011680" cy="411480"/>
          </a:xfrm>
          <a:prstGeom prst="rect">
            <a:avLst/>
          </a:prstGeom>
          <a:noFill/>
          <a:ln/>
        </p:spPr>
        <p:txBody>
          <a:bodyPr wrap="square" lIns="0" tIns="0" rIns="0" bIns="0" rtlCol="0" anchor="t"/>
          <a:lstStyle/>
          <a:p>
            <a:pPr algn="ctr" indent="0" marL="0">
              <a:buNone/>
            </a:pPr>
            <a:r>
              <a:rPr lang="en-US" sz="1500" dirty="0">
                <a:solidFill>
                  <a:srgbClr val="1E2433"/>
                </a:solidFill>
                <a:latin typeface="Segoe UI Semibold" pitchFamily="34" charset="0"/>
                <a:ea typeface="Segoe UI Semibold" pitchFamily="34" charset="-122"/>
                <a:cs typeface="Segoe UI Semibold" pitchFamily="34" charset="-120"/>
              </a:rPr>
              <a:t>2. Close it</a:t>
            </a:r>
            <a:endParaRPr lang="en-US" sz="1500" dirty="0"/>
          </a:p>
        </p:txBody>
      </p:sp>
      <p:sp>
        <p:nvSpPr>
          <p:cNvPr id="12" name="text-13"/>
          <p:cNvSpPr txBox="1"/>
          <p:nvPr/>
        </p:nvSpPr>
        <p:spPr>
          <a:xfrm>
            <a:off x="2907792" y="3154680"/>
            <a:ext cx="1828800" cy="822960"/>
          </a:xfrm>
          <a:prstGeom prst="rect">
            <a:avLst/>
          </a:prstGeom>
          <a:noFill/>
          <a:ln/>
        </p:spPr>
        <p:txBody>
          <a:bodyPr wrap="square" lIns="0" tIns="0" rIns="0" bIns="0" rtlCol="0" anchor="t"/>
          <a:lstStyle/>
          <a:p>
            <a:pPr algn="ctr" indent="0" marL="0">
              <a:buNone/>
            </a:pPr>
            <a:r>
              <a:rPr lang="en-US" sz="1300" dirty="0">
                <a:solidFill>
                  <a:srgbClr val="5B6478"/>
                </a:solidFill>
                <a:latin typeface="Segoe UI" pitchFamily="34" charset="0"/>
                <a:ea typeface="Segoe UI" pitchFamily="34" charset="-122"/>
                <a:cs typeface="Segoe UI" pitchFamily="34" charset="-120"/>
              </a:rPr>
              <a:t>Ctrl+W when done</a:t>
            </a:r>
            <a:endParaRPr lang="en-US" sz="1300" dirty="0"/>
          </a:p>
        </p:txBody>
      </p:sp>
      <p:sp>
        <p:nvSpPr>
          <p:cNvPr id="13" name="line-14"/>
          <p:cNvSpPr/>
          <p:nvPr/>
        </p:nvSpPr>
        <p:spPr>
          <a:xfrm>
            <a:off x="4416552" y="2148840"/>
            <a:ext cx="1097280" cy="0"/>
          </a:xfrm>
          <a:prstGeom prst="line">
            <a:avLst/>
          </a:prstGeom>
          <a:noFill/>
          <a:ln w="25400">
            <a:solidFill>
              <a:srgbClr val="D9DEE8"/>
            </a:solidFill>
            <a:prstDash val="solid"/>
            <a:tailEnd type="triangle"/>
          </a:ln>
        </p:spPr>
      </p:sp>
      <p:sp>
        <p:nvSpPr>
          <p:cNvPr id="14" name="oval-15"/>
          <p:cNvSpPr/>
          <p:nvPr/>
        </p:nvSpPr>
        <p:spPr>
          <a:xfrm>
            <a:off x="5632704" y="1691640"/>
            <a:ext cx="914400" cy="914400"/>
          </a:xfrm>
          <a:prstGeom prst="ellipse">
            <a:avLst/>
          </a:prstGeom>
          <a:solidFill>
            <a:srgbClr val="EEF0FF"/>
          </a:solidFill>
          <a:ln/>
        </p:spPr>
      </p:sp>
      <p:pic>
        <p:nvPicPr>
          <p:cNvPr id="15" name="image-16" descr="window icon">    </p:cNvPr>
          <p:cNvPicPr>
            <a:picLocks noChangeAspect="1"/>
          </p:cNvPicPr>
          <p:nvPr/>
        </p:nvPicPr>
        <p:blipFill>
          <a:blip r:embed="rId3"/>
          <a:stretch>
            <a:fillRect/>
          </a:stretch>
        </p:blipFill>
        <p:spPr>
          <a:xfrm>
            <a:off x="5861304" y="1920240"/>
            <a:ext cx="457200" cy="457200"/>
          </a:xfrm>
          <a:prstGeom prst="rect">
            <a:avLst/>
          </a:prstGeom>
        </p:spPr>
      </p:pic>
      <p:sp>
        <p:nvSpPr>
          <p:cNvPr id="16" name="text-17"/>
          <p:cNvSpPr txBox="1"/>
          <p:nvPr/>
        </p:nvSpPr>
        <p:spPr>
          <a:xfrm>
            <a:off x="5084064" y="2743200"/>
            <a:ext cx="2011680" cy="411480"/>
          </a:xfrm>
          <a:prstGeom prst="rect">
            <a:avLst/>
          </a:prstGeom>
          <a:noFill/>
          <a:ln/>
        </p:spPr>
        <p:txBody>
          <a:bodyPr wrap="square" lIns="0" tIns="0" rIns="0" bIns="0" rtlCol="0" anchor="t"/>
          <a:lstStyle/>
          <a:p>
            <a:pPr algn="ctr" indent="0" marL="0">
              <a:buNone/>
            </a:pPr>
            <a:r>
              <a:rPr lang="en-US" sz="1500" dirty="0">
                <a:solidFill>
                  <a:srgbClr val="1E2433"/>
                </a:solidFill>
                <a:latin typeface="Segoe UI Semibold" pitchFamily="34" charset="0"/>
                <a:ea typeface="Segoe UI Semibold" pitchFamily="34" charset="-122"/>
                <a:cs typeface="Segoe UI Semibold" pitchFamily="34" charset="-120"/>
              </a:rPr>
              <a:t>3. Return</a:t>
            </a:r>
            <a:endParaRPr lang="en-US" sz="1500" dirty="0"/>
          </a:p>
        </p:txBody>
      </p:sp>
      <p:sp>
        <p:nvSpPr>
          <p:cNvPr id="17" name="text-18"/>
          <p:cNvSpPr txBox="1"/>
          <p:nvPr/>
        </p:nvSpPr>
        <p:spPr>
          <a:xfrm>
            <a:off x="5175504" y="3154680"/>
            <a:ext cx="1828800" cy="822960"/>
          </a:xfrm>
          <a:prstGeom prst="rect">
            <a:avLst/>
          </a:prstGeom>
          <a:noFill/>
          <a:ln/>
        </p:spPr>
        <p:txBody>
          <a:bodyPr wrap="square" lIns="0" tIns="0" rIns="0" bIns="0" rtlCol="0" anchor="t"/>
          <a:lstStyle/>
          <a:p>
            <a:pPr algn="ctr" indent="0" marL="0">
              <a:buNone/>
            </a:pPr>
            <a:r>
              <a:rPr lang="en-US" sz="1300" dirty="0">
                <a:solidFill>
                  <a:srgbClr val="5B6478"/>
                </a:solidFill>
                <a:latin typeface="Segoe UI" pitchFamily="34" charset="0"/>
                <a:ea typeface="Segoe UI" pitchFamily="34" charset="-122"/>
                <a:cs typeface="Segoe UI" pitchFamily="34" charset="-120"/>
              </a:rPr>
              <a:t>to the original tab: click it or Ctrl+Tab</a:t>
            </a:r>
            <a:endParaRPr lang="en-US" sz="1300" dirty="0"/>
          </a:p>
        </p:txBody>
      </p:sp>
      <p:sp>
        <p:nvSpPr>
          <p:cNvPr id="18" name="line-19"/>
          <p:cNvSpPr/>
          <p:nvPr/>
        </p:nvSpPr>
        <p:spPr>
          <a:xfrm>
            <a:off x="6684264" y="2148840"/>
            <a:ext cx="1097280" cy="0"/>
          </a:xfrm>
          <a:prstGeom prst="line">
            <a:avLst/>
          </a:prstGeom>
          <a:noFill/>
          <a:ln w="25400">
            <a:solidFill>
              <a:srgbClr val="D9DEE8"/>
            </a:solidFill>
            <a:prstDash val="solid"/>
            <a:tailEnd type="triangle"/>
          </a:ln>
        </p:spPr>
      </p:sp>
      <p:sp>
        <p:nvSpPr>
          <p:cNvPr id="19" name="oval-20"/>
          <p:cNvSpPr/>
          <p:nvPr/>
        </p:nvSpPr>
        <p:spPr>
          <a:xfrm>
            <a:off x="7900416" y="1691640"/>
            <a:ext cx="914400" cy="914400"/>
          </a:xfrm>
          <a:prstGeom prst="ellipse">
            <a:avLst/>
          </a:prstGeom>
          <a:solidFill>
            <a:srgbClr val="FEF5E2"/>
          </a:solidFill>
          <a:ln/>
        </p:spPr>
      </p:sp>
      <p:pic>
        <p:nvPicPr>
          <p:cNvPr id="20" name="image-21" descr="eye icon">    </p:cNvPr>
          <p:cNvPicPr>
            <a:picLocks noChangeAspect="1"/>
          </p:cNvPicPr>
          <p:nvPr/>
        </p:nvPicPr>
        <p:blipFill>
          <a:blip r:embed="rId4"/>
          <a:stretch>
            <a:fillRect/>
          </a:stretch>
        </p:blipFill>
        <p:spPr>
          <a:xfrm>
            <a:off x="8129016" y="1920240"/>
            <a:ext cx="457200" cy="457200"/>
          </a:xfrm>
          <a:prstGeom prst="rect">
            <a:avLst/>
          </a:prstGeom>
        </p:spPr>
      </p:pic>
      <p:sp>
        <p:nvSpPr>
          <p:cNvPr id="21" name="text-22"/>
          <p:cNvSpPr txBox="1"/>
          <p:nvPr/>
        </p:nvSpPr>
        <p:spPr>
          <a:xfrm>
            <a:off x="7351776" y="2743200"/>
            <a:ext cx="2011680" cy="411480"/>
          </a:xfrm>
          <a:prstGeom prst="rect">
            <a:avLst/>
          </a:prstGeom>
          <a:noFill/>
          <a:ln/>
        </p:spPr>
        <p:txBody>
          <a:bodyPr wrap="square" lIns="0" tIns="0" rIns="0" bIns="0" rtlCol="0" anchor="t"/>
          <a:lstStyle/>
          <a:p>
            <a:pPr algn="ctr" indent="0" marL="0">
              <a:buNone/>
            </a:pPr>
            <a:r>
              <a:rPr lang="en-US" sz="1500" dirty="0">
                <a:solidFill>
                  <a:srgbClr val="1E2433"/>
                </a:solidFill>
                <a:latin typeface="Segoe UI Semibold" pitchFamily="34" charset="0"/>
                <a:ea typeface="Segoe UI Semibold" pitchFamily="34" charset="-122"/>
                <a:cs typeface="Segoe UI Semibold" pitchFamily="34" charset="-120"/>
              </a:rPr>
              <a:t>4. Verify the page</a:t>
            </a:r>
            <a:endParaRPr lang="en-US" sz="1500" dirty="0"/>
          </a:p>
        </p:txBody>
      </p:sp>
      <p:sp>
        <p:nvSpPr>
          <p:cNvPr id="22" name="text-23"/>
          <p:cNvSpPr txBox="1"/>
          <p:nvPr/>
        </p:nvSpPr>
        <p:spPr>
          <a:xfrm>
            <a:off x="7443216" y="3154680"/>
            <a:ext cx="1828800" cy="822960"/>
          </a:xfrm>
          <a:prstGeom prst="rect">
            <a:avLst/>
          </a:prstGeom>
          <a:noFill/>
          <a:ln/>
        </p:spPr>
        <p:txBody>
          <a:bodyPr wrap="square" lIns="0" tIns="0" rIns="0" bIns="0" rtlCol="0" anchor="t"/>
          <a:lstStyle/>
          <a:p>
            <a:pPr algn="ctr" indent="0" marL="0">
              <a:buNone/>
            </a:pPr>
            <a:r>
              <a:rPr lang="en-US" sz="1300" dirty="0">
                <a:solidFill>
                  <a:srgbClr val="5B6478"/>
                </a:solidFill>
                <a:latin typeface="Segoe UI" pitchFamily="34" charset="0"/>
                <a:ea typeface="Segoe UI" pitchFamily="34" charset="-122"/>
                <a:cs typeface="Segoe UI" pitchFamily="34" charset="-120"/>
              </a:rPr>
              <a:t>right record, empty fields, nothing half-typed</a:t>
            </a:r>
            <a:endParaRPr lang="en-US" sz="1300" dirty="0"/>
          </a:p>
        </p:txBody>
      </p:sp>
      <p:sp>
        <p:nvSpPr>
          <p:cNvPr id="23" name="line-24"/>
          <p:cNvSpPr/>
          <p:nvPr/>
        </p:nvSpPr>
        <p:spPr>
          <a:xfrm>
            <a:off x="8951976" y="2148840"/>
            <a:ext cx="1097280" cy="0"/>
          </a:xfrm>
          <a:prstGeom prst="line">
            <a:avLst/>
          </a:prstGeom>
          <a:noFill/>
          <a:ln w="25400">
            <a:solidFill>
              <a:srgbClr val="D9DEE8"/>
            </a:solidFill>
            <a:prstDash val="solid"/>
            <a:tailEnd type="triangle"/>
          </a:ln>
        </p:spPr>
      </p:sp>
      <p:sp>
        <p:nvSpPr>
          <p:cNvPr id="24" name="oval-25"/>
          <p:cNvSpPr/>
          <p:nvPr/>
        </p:nvSpPr>
        <p:spPr>
          <a:xfrm>
            <a:off x="10168128" y="1691640"/>
            <a:ext cx="914400" cy="914400"/>
          </a:xfrm>
          <a:prstGeom prst="ellipse">
            <a:avLst/>
          </a:prstGeom>
          <a:solidFill>
            <a:srgbClr val="E8F7EE"/>
          </a:solidFill>
          <a:ln/>
        </p:spPr>
      </p:sp>
      <p:pic>
        <p:nvPicPr>
          <p:cNvPr id="25" name="image-26" descr="play icon">    </p:cNvPr>
          <p:cNvPicPr>
            <a:picLocks noChangeAspect="1"/>
          </p:cNvPicPr>
          <p:nvPr/>
        </p:nvPicPr>
        <p:blipFill>
          <a:blip r:embed="rId5"/>
          <a:stretch>
            <a:fillRect/>
          </a:stretch>
        </p:blipFill>
        <p:spPr>
          <a:xfrm>
            <a:off x="10396728" y="1920240"/>
            <a:ext cx="457200" cy="457200"/>
          </a:xfrm>
          <a:prstGeom prst="rect">
            <a:avLst/>
          </a:prstGeom>
        </p:spPr>
      </p:pic>
      <p:sp>
        <p:nvSpPr>
          <p:cNvPr id="26" name="text-27"/>
          <p:cNvSpPr txBox="1"/>
          <p:nvPr/>
        </p:nvSpPr>
        <p:spPr>
          <a:xfrm>
            <a:off x="9619488" y="2743200"/>
            <a:ext cx="2011680" cy="411480"/>
          </a:xfrm>
          <a:prstGeom prst="rect">
            <a:avLst/>
          </a:prstGeom>
          <a:noFill/>
          <a:ln/>
        </p:spPr>
        <p:txBody>
          <a:bodyPr wrap="square" lIns="0" tIns="0" rIns="0" bIns="0" rtlCol="0" anchor="t"/>
          <a:lstStyle/>
          <a:p>
            <a:pPr algn="ctr" indent="0" marL="0">
              <a:buNone/>
            </a:pPr>
            <a:r>
              <a:rPr lang="en-US" sz="1500" dirty="0">
                <a:solidFill>
                  <a:srgbClr val="1E2433"/>
                </a:solidFill>
                <a:latin typeface="Segoe UI Semibold" pitchFamily="34" charset="0"/>
                <a:ea typeface="Segoe UI Semibold" pitchFamily="34" charset="-122"/>
                <a:cs typeface="Segoe UI Semibold" pitchFamily="34" charset="-120"/>
              </a:rPr>
              <a:t>5. Then play</a:t>
            </a:r>
            <a:endParaRPr lang="en-US" sz="1500" dirty="0"/>
          </a:p>
        </p:txBody>
      </p:sp>
      <p:sp>
        <p:nvSpPr>
          <p:cNvPr id="27" name="text-28"/>
          <p:cNvSpPr txBox="1"/>
          <p:nvPr/>
        </p:nvSpPr>
        <p:spPr>
          <a:xfrm>
            <a:off x="9710928" y="3154680"/>
            <a:ext cx="1828800" cy="822960"/>
          </a:xfrm>
          <a:prstGeom prst="rect">
            <a:avLst/>
          </a:prstGeom>
          <a:noFill/>
          <a:ln/>
        </p:spPr>
        <p:txBody>
          <a:bodyPr wrap="square" lIns="0" tIns="0" rIns="0" bIns="0" rtlCol="0" anchor="t"/>
          <a:lstStyle/>
          <a:p>
            <a:pPr algn="ctr" indent="0" marL="0">
              <a:buNone/>
            </a:pPr>
            <a:r>
              <a:rPr lang="en-US" sz="1300" dirty="0">
                <a:solidFill>
                  <a:srgbClr val="5B6478"/>
                </a:solidFill>
                <a:latin typeface="Segoe UI" pitchFamily="34" charset="0"/>
                <a:ea typeface="Segoe UI" pitchFamily="34" charset="-122"/>
                <a:cs typeface="Segoe UI" pitchFamily="34" charset="-120"/>
              </a:rPr>
              <a:t>or play again</a:t>
            </a:r>
            <a:endParaRPr lang="en-US" sz="1300" dirty="0"/>
          </a:p>
        </p:txBody>
      </p:sp>
      <p:sp>
        <p:nvSpPr>
          <p:cNvPr id="28" name="rect-29"/>
          <p:cNvSpPr/>
          <p:nvPr/>
        </p:nvSpPr>
        <p:spPr>
          <a:xfrm>
            <a:off x="548640" y="4343400"/>
            <a:ext cx="11109960" cy="1463040"/>
          </a:xfrm>
          <a:prstGeom prst="roundRect">
            <a:avLst>
              <a:gd name="adj" fmla="val 7500"/>
            </a:avLst>
          </a:prstGeom>
          <a:solidFill>
            <a:srgbClr val="FDECEC"/>
          </a:solidFill>
          <a:ln w="12700">
            <a:solidFill>
              <a:srgbClr val="FDECEC"/>
            </a:solidFill>
            <a:prstDash val="solid"/>
          </a:ln>
        </p:spPr>
      </p:sp>
      <p:sp>
        <p:nvSpPr>
          <p:cNvPr id="29" name="oval-30"/>
          <p:cNvSpPr/>
          <p:nvPr/>
        </p:nvSpPr>
        <p:spPr>
          <a:xfrm>
            <a:off x="868680" y="4709160"/>
            <a:ext cx="731520" cy="731520"/>
          </a:xfrm>
          <a:prstGeom prst="ellipse">
            <a:avLst/>
          </a:prstGeom>
          <a:solidFill>
            <a:srgbClr val="FFFFFF"/>
          </a:solidFill>
          <a:ln/>
        </p:spPr>
      </p:sp>
      <p:pic>
        <p:nvPicPr>
          <p:cNvPr id="30" name="image-31" descr="warn icon">    </p:cNvPr>
          <p:cNvPicPr>
            <a:picLocks noChangeAspect="1"/>
          </p:cNvPicPr>
          <p:nvPr/>
        </p:nvPicPr>
        <p:blipFill>
          <a:blip r:embed="rId6"/>
          <a:stretch>
            <a:fillRect/>
          </a:stretch>
        </p:blipFill>
        <p:spPr>
          <a:xfrm>
            <a:off x="1044245" y="4884725"/>
            <a:ext cx="380390" cy="380390"/>
          </a:xfrm>
          <a:prstGeom prst="rect">
            <a:avLst/>
          </a:prstGeom>
        </p:spPr>
      </p:pic>
      <p:sp>
        <p:nvSpPr>
          <p:cNvPr id="31" name="text-32"/>
          <p:cNvSpPr txBox="1"/>
          <p:nvPr/>
        </p:nvSpPr>
        <p:spPr>
          <a:xfrm>
            <a:off x="1874520" y="4343400"/>
            <a:ext cx="9509760" cy="1463040"/>
          </a:xfrm>
          <a:prstGeom prst="rect">
            <a:avLst/>
          </a:prstGeom>
          <a:noFill/>
          <a:ln/>
        </p:spPr>
        <p:txBody>
          <a:bodyPr wrap="square" lIns="0" tIns="0" rIns="0" bIns="0" rtlCol="0" anchor="ctr"/>
          <a:lstStyle/>
          <a:p>
            <a:pPr algn="l" indent="0" marL="0">
              <a:spcAft>
                <a:spcPts val="600"/>
              </a:spcAft>
              <a:buNone/>
            </a:pPr>
            <a:r>
              <a:rPr lang="en-US" sz="1700" dirty="0">
                <a:solidFill>
                  <a:srgbClr val="E5484D"/>
                </a:solidFill>
                <a:latin typeface="Segoe UI Semibold" pitchFamily="34" charset="0"/>
                <a:ea typeface="Segoe UI Semibold" pitchFamily="34" charset="-122"/>
                <a:cs typeface="Segoe UI Semibold" pitchFamily="34" charset="-120"/>
              </a:rPr>
              <a:t>rpabot clicks screen positions. It does not know which tab is open.</a:t>
            </a:r>
            <a:endParaRPr lang="en-US" sz="1700" dirty="0"/>
          </a:p>
          <a:p>
            <a:pPr algn="l" indent="0" marL="0">
              <a:buNone/>
            </a:pPr>
            <a:r>
              <a:rPr lang="en-US" sz="1400" dirty="0">
                <a:solidFill>
                  <a:srgbClr val="1E2433"/>
                </a:solidFill>
                <a:latin typeface="Segoe UI" pitchFamily="34" charset="0"/>
                <a:ea typeface="Segoe UI" pitchFamily="34" charset="-122"/>
                <a:cs typeface="Segoe UI" pitchFamily="34" charset="-120"/>
              </a:rPr>
              <a:t>If another tab or window is in front, the clicks and typing go there. Always confirm the active tab and page before you press Play.</a:t>
            </a:r>
            <a:endParaRPr lang="en-US" sz="17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Mouse and keyboard</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BEST PRACTICES</a:t>
            </a:r>
            <a:endParaRPr lang="en-US" sz="1200" dirty="0"/>
          </a:p>
        </p:txBody>
      </p:sp>
      <p:sp>
        <p:nvSpPr>
          <p:cNvPr id="4" name="rect-5"/>
          <p:cNvSpPr/>
          <p:nvPr/>
        </p:nvSpPr>
        <p:spPr>
          <a:xfrm>
            <a:off x="548640" y="1554480"/>
            <a:ext cx="5394960" cy="4206240"/>
          </a:xfrm>
          <a:prstGeom prst="roundRect">
            <a:avLst>
              <a:gd name="adj" fmla="val 2609"/>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5" name="oval-6"/>
          <p:cNvSpPr/>
          <p:nvPr/>
        </p:nvSpPr>
        <p:spPr>
          <a:xfrm>
            <a:off x="822960" y="1783080"/>
            <a:ext cx="640080" cy="640080"/>
          </a:xfrm>
          <a:prstGeom prst="ellipse">
            <a:avLst/>
          </a:prstGeom>
          <a:solidFill>
            <a:srgbClr val="E8F7EE"/>
          </a:solidFill>
          <a:ln/>
        </p:spPr>
      </p:sp>
      <p:pic>
        <p:nvPicPr>
          <p:cNvPr id="6" name="image-7" descr="mouse icon">    </p:cNvPr>
          <p:cNvPicPr>
            <a:picLocks noChangeAspect="1"/>
          </p:cNvPicPr>
          <p:nvPr/>
        </p:nvPicPr>
        <p:blipFill>
          <a:blip r:embed="rId1"/>
          <a:stretch>
            <a:fillRect/>
          </a:stretch>
        </p:blipFill>
        <p:spPr>
          <a:xfrm>
            <a:off x="976579" y="1936699"/>
            <a:ext cx="332842" cy="332842"/>
          </a:xfrm>
          <a:prstGeom prst="rect">
            <a:avLst/>
          </a:prstGeom>
        </p:spPr>
      </p:pic>
      <p:sp>
        <p:nvSpPr>
          <p:cNvPr id="7" name="text-8"/>
          <p:cNvSpPr txBox="1"/>
          <p:nvPr/>
        </p:nvSpPr>
        <p:spPr>
          <a:xfrm>
            <a:off x="1645920" y="1801368"/>
            <a:ext cx="3840480" cy="640080"/>
          </a:xfrm>
          <a:prstGeom prst="rect">
            <a:avLst/>
          </a:prstGeom>
          <a:noFill/>
          <a:ln/>
        </p:spPr>
        <p:txBody>
          <a:bodyPr wrap="square" lIns="0" tIns="0" rIns="0" bIns="0" rtlCol="0" anchor="ctr"/>
          <a:lstStyle/>
          <a:p>
            <a:pPr algn="l" indent="0" marL="0">
              <a:buNone/>
            </a:pPr>
            <a:r>
              <a:rPr lang="en-US" sz="2200" dirty="0">
                <a:solidFill>
                  <a:srgbClr val="1E2433"/>
                </a:solidFill>
                <a:latin typeface="Segoe UI Semibold" pitchFamily="34" charset="0"/>
                <a:ea typeface="Segoe UI Semibold" pitchFamily="34" charset="-122"/>
                <a:cs typeface="Segoe UI Semibold" pitchFamily="34" charset="-120"/>
              </a:rPr>
              <a:t>Mouse</a:t>
            </a:r>
            <a:endParaRPr lang="en-US" sz="2200" dirty="0"/>
          </a:p>
        </p:txBody>
      </p:sp>
      <p:sp>
        <p:nvSpPr>
          <p:cNvPr id="8" name="text-9"/>
          <p:cNvSpPr txBox="1"/>
          <p:nvPr/>
        </p:nvSpPr>
        <p:spPr>
          <a:xfrm>
            <a:off x="868680" y="2651760"/>
            <a:ext cx="4800600" cy="3017520"/>
          </a:xfrm>
          <a:prstGeom prst="rect">
            <a:avLst/>
          </a:prstGeom>
          <a:noFill/>
          <a:ln/>
        </p:spPr>
        <p:txBody>
          <a:bodyPr wrap="square" lIns="0" tIns="0" rIns="0" bIns="0" rtlCol="0" anchor="t"/>
          <a:lstStyle/>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Clicks are saved as screen positions: same screen, scaling and window place.</a:t>
            </a:r>
            <a:endParaRPr lang="en-US" sz="1400" dirty="0"/>
          </a:p>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Single, double and right-clicks, drags and scrolls play back as you did them.</a:t>
            </a:r>
            <a:endParaRPr lang="en-US" sz="1400" dirty="0"/>
          </a:p>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Resting the mouse (hover) is saved too, e.g. to open a menu.</a:t>
            </a:r>
            <a:endParaRPr lang="en-US" sz="1400" dirty="0"/>
          </a:p>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Delete stray clicks in the editor. Use Move each run for targets that shift.</a:t>
            </a:r>
            <a:endParaRPr lang="en-US" sz="1400" dirty="0"/>
          </a:p>
        </p:txBody>
      </p:sp>
      <p:sp>
        <p:nvSpPr>
          <p:cNvPr id="9" name="rect-10"/>
          <p:cNvSpPr/>
          <p:nvPr/>
        </p:nvSpPr>
        <p:spPr>
          <a:xfrm>
            <a:off x="6263640" y="1554480"/>
            <a:ext cx="5394960" cy="4206240"/>
          </a:xfrm>
          <a:prstGeom prst="roundRect">
            <a:avLst>
              <a:gd name="adj" fmla="val 2609"/>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10" name="oval-11"/>
          <p:cNvSpPr/>
          <p:nvPr/>
        </p:nvSpPr>
        <p:spPr>
          <a:xfrm>
            <a:off x="6537960" y="1783080"/>
            <a:ext cx="640080" cy="640080"/>
          </a:xfrm>
          <a:prstGeom prst="ellipse">
            <a:avLst/>
          </a:prstGeom>
          <a:solidFill>
            <a:srgbClr val="EAF2FE"/>
          </a:solidFill>
          <a:ln/>
        </p:spPr>
      </p:sp>
      <p:pic>
        <p:nvPicPr>
          <p:cNvPr id="11" name="image-12" descr="keyboard icon">    </p:cNvPr>
          <p:cNvPicPr>
            <a:picLocks noChangeAspect="1"/>
          </p:cNvPicPr>
          <p:nvPr/>
        </p:nvPicPr>
        <p:blipFill>
          <a:blip r:embed="rId2"/>
          <a:stretch>
            <a:fillRect/>
          </a:stretch>
        </p:blipFill>
        <p:spPr>
          <a:xfrm>
            <a:off x="6691579" y="1936699"/>
            <a:ext cx="332842" cy="332842"/>
          </a:xfrm>
          <a:prstGeom prst="rect">
            <a:avLst/>
          </a:prstGeom>
        </p:spPr>
      </p:pic>
      <p:sp>
        <p:nvSpPr>
          <p:cNvPr id="12" name="text-13"/>
          <p:cNvSpPr txBox="1"/>
          <p:nvPr/>
        </p:nvSpPr>
        <p:spPr>
          <a:xfrm>
            <a:off x="7360920" y="1801368"/>
            <a:ext cx="3840480" cy="640080"/>
          </a:xfrm>
          <a:prstGeom prst="rect">
            <a:avLst/>
          </a:prstGeom>
          <a:noFill/>
          <a:ln/>
        </p:spPr>
        <p:txBody>
          <a:bodyPr wrap="square" lIns="0" tIns="0" rIns="0" bIns="0" rtlCol="0" anchor="ctr"/>
          <a:lstStyle/>
          <a:p>
            <a:pPr algn="l" indent="0" marL="0">
              <a:buNone/>
            </a:pPr>
            <a:r>
              <a:rPr lang="en-US" sz="2200" dirty="0">
                <a:solidFill>
                  <a:srgbClr val="1E2433"/>
                </a:solidFill>
                <a:latin typeface="Segoe UI Semibold" pitchFamily="34" charset="0"/>
                <a:ea typeface="Segoe UI Semibold" pitchFamily="34" charset="-122"/>
                <a:cs typeface="Segoe UI Semibold" pitchFamily="34" charset="-120"/>
              </a:rPr>
              <a:t>Keyboard</a:t>
            </a:r>
            <a:endParaRPr lang="en-US" sz="2200" dirty="0"/>
          </a:p>
        </p:txBody>
      </p:sp>
      <p:sp>
        <p:nvSpPr>
          <p:cNvPr id="13" name="text-14"/>
          <p:cNvSpPr txBox="1"/>
          <p:nvPr/>
        </p:nvSpPr>
        <p:spPr>
          <a:xfrm>
            <a:off x="6583680" y="2651760"/>
            <a:ext cx="4800600" cy="3017520"/>
          </a:xfrm>
          <a:prstGeom prst="rect">
            <a:avLst/>
          </a:prstGeom>
          <a:noFill/>
          <a:ln/>
        </p:spPr>
        <p:txBody>
          <a:bodyPr wrap="square" lIns="0" tIns="0" rIns="0" bIns="0" rtlCol="0" anchor="t"/>
          <a:lstStyle/>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Typed text, Tab, Enter and shortcuts like Ctrl+S are saved.</a:t>
            </a:r>
            <a:endParaRPr lang="en-US" sz="1400" dirty="0"/>
          </a:p>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Click into the field first, so the text goes to the right place, and clearing works.</a:t>
            </a:r>
            <a:endParaRPr lang="en-US" sz="1400" dirty="0"/>
          </a:p>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Don't touch the mouse or keyboard while it plays.</a:t>
            </a:r>
            <a:endParaRPr lang="en-US" sz="1400" dirty="0"/>
          </a:p>
          <a:p>
            <a:pPr algn="l" marL="228600" indent="-228600">
              <a:spcAft>
                <a:spcPts val="900"/>
              </a:spcAft>
              <a:buSzPct val="100000"/>
              <a:buChar char="•"/>
            </a:pPr>
            <a:r>
              <a:rPr lang="en-US" sz="1400" dirty="0">
                <a:solidFill>
                  <a:srgbClr val="1E2433"/>
                </a:solidFill>
                <a:latin typeface="Segoe UI" pitchFamily="34" charset="0"/>
                <a:ea typeface="Segoe UI" pitchFamily="34" charset="-122"/>
                <a:cs typeface="Segoe UI" pitchFamily="34" charset="-120"/>
              </a:rPr>
              <a:t>F9 (pause) and F10 (stop) are never saved as steps.</a:t>
            </a:r>
            <a:endParaRPr lang="en-US" sz="1400" dirty="0"/>
          </a:p>
        </p:txBody>
      </p:sp>
      <p:sp>
        <p:nvSpPr>
          <p:cNvPr id="14" name="text-15"/>
          <p:cNvSpPr txBox="1"/>
          <p:nvPr/>
        </p:nvSpPr>
        <p:spPr>
          <a:xfrm>
            <a:off x="548640" y="5943600"/>
            <a:ext cx="11064240" cy="365760"/>
          </a:xfrm>
          <a:prstGeom prst="rect">
            <a:avLst/>
          </a:prstGeom>
          <a:noFill/>
          <a:ln/>
        </p:spPr>
        <p:txBody>
          <a:bodyPr wrap="square" lIns="0" tIns="0" rIns="0" bIns="0" rtlCol="0" anchor="t"/>
          <a:lstStyle/>
          <a:p>
            <a:pPr algn="l" indent="0" marL="0">
              <a:buNone/>
            </a:pPr>
            <a:r>
              <a:rPr lang="en-US" sz="1400" dirty="0">
                <a:solidFill>
                  <a:srgbClr val="3730A3"/>
                </a:solidFill>
                <a:latin typeface="Segoe UI Semibold" pitchFamily="34" charset="0"/>
                <a:ea typeface="Segoe UI Semibold" pitchFamily="34" charset="-122"/>
                <a:cs typeface="Segoe UI Semibold" pitchFamily="34" charset="-120"/>
              </a:rPr>
              <a:t>Keep the same screen layout and browser window size for recording and playback.</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Common mistakes and fixes</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TROUBLESHOOTING</a:t>
            </a:r>
            <a:endParaRPr lang="en-US" sz="1200" dirty="0"/>
          </a:p>
        </p:txBody>
      </p:sp>
      <p:sp>
        <p:nvSpPr>
          <p:cNvPr id="4" name="rect-5"/>
          <p:cNvSpPr/>
          <p:nvPr/>
        </p:nvSpPr>
        <p:spPr>
          <a:xfrm>
            <a:off x="548640" y="1463040"/>
            <a:ext cx="2331720" cy="438912"/>
          </a:xfrm>
          <a:prstGeom prst="rect">
            <a:avLst/>
          </a:prstGeom>
          <a:solidFill>
            <a:srgbClr val="4F46E5"/>
          </a:solidFill>
          <a:ln w="9525">
            <a:solidFill>
              <a:srgbClr val="4F46E5"/>
            </a:solidFill>
            <a:prstDash val="solid"/>
          </a:ln>
        </p:spPr>
      </p:sp>
      <p:sp>
        <p:nvSpPr>
          <p:cNvPr id="5" name="text-6"/>
          <p:cNvSpPr txBox="1"/>
          <p:nvPr/>
        </p:nvSpPr>
        <p:spPr>
          <a:xfrm>
            <a:off x="658368" y="1463040"/>
            <a:ext cx="2112264" cy="438912"/>
          </a:xfrm>
          <a:prstGeom prst="rect">
            <a:avLst/>
          </a:prstGeom>
          <a:noFill/>
          <a:ln/>
        </p:spPr>
        <p:txBody>
          <a:bodyPr wrap="square" lIns="0" tIns="0" rIns="0" bIns="0" rtlCol="0" anchor="ctr"/>
          <a:lstStyle/>
          <a:p>
            <a:pPr algn="l" indent="0" marL="0">
              <a:buNone/>
            </a:pPr>
            <a:r>
              <a:rPr lang="en-US" sz="1300" dirty="0">
                <a:solidFill>
                  <a:srgbClr val="FFFFFF"/>
                </a:solidFill>
                <a:latin typeface="Segoe UI Semibold" pitchFamily="34" charset="0"/>
                <a:ea typeface="Segoe UI Semibold" pitchFamily="34" charset="-122"/>
                <a:cs typeface="Segoe UI Semibold" pitchFamily="34" charset="-120"/>
              </a:rPr>
              <a:t>Problem</a:t>
            </a:r>
            <a:endParaRPr lang="en-US" sz="1300" dirty="0"/>
          </a:p>
        </p:txBody>
      </p:sp>
      <p:sp>
        <p:nvSpPr>
          <p:cNvPr id="6" name="rect-7"/>
          <p:cNvSpPr/>
          <p:nvPr/>
        </p:nvSpPr>
        <p:spPr>
          <a:xfrm>
            <a:off x="2880360" y="1463040"/>
            <a:ext cx="2606040" cy="438912"/>
          </a:xfrm>
          <a:prstGeom prst="rect">
            <a:avLst/>
          </a:prstGeom>
          <a:solidFill>
            <a:srgbClr val="4F46E5"/>
          </a:solidFill>
          <a:ln w="9525">
            <a:solidFill>
              <a:srgbClr val="4F46E5"/>
            </a:solidFill>
            <a:prstDash val="solid"/>
          </a:ln>
        </p:spPr>
      </p:sp>
      <p:sp>
        <p:nvSpPr>
          <p:cNvPr id="7" name="text-8"/>
          <p:cNvSpPr txBox="1"/>
          <p:nvPr/>
        </p:nvSpPr>
        <p:spPr>
          <a:xfrm>
            <a:off x="2990088" y="1463040"/>
            <a:ext cx="2386584" cy="438912"/>
          </a:xfrm>
          <a:prstGeom prst="rect">
            <a:avLst/>
          </a:prstGeom>
          <a:noFill/>
          <a:ln/>
        </p:spPr>
        <p:txBody>
          <a:bodyPr wrap="square" lIns="0" tIns="0" rIns="0" bIns="0" rtlCol="0" anchor="ctr"/>
          <a:lstStyle/>
          <a:p>
            <a:pPr algn="l" indent="0" marL="0">
              <a:buNone/>
            </a:pPr>
            <a:r>
              <a:rPr lang="en-US" sz="1300" dirty="0">
                <a:solidFill>
                  <a:srgbClr val="FFFFFF"/>
                </a:solidFill>
                <a:latin typeface="Segoe UI Semibold" pitchFamily="34" charset="0"/>
                <a:ea typeface="Segoe UI Semibold" pitchFamily="34" charset="-122"/>
                <a:cs typeface="Segoe UI Semibold" pitchFamily="34" charset="-120"/>
              </a:rPr>
              <a:t>Why it happens</a:t>
            </a:r>
            <a:endParaRPr lang="en-US" sz="1300" dirty="0"/>
          </a:p>
        </p:txBody>
      </p:sp>
      <p:sp>
        <p:nvSpPr>
          <p:cNvPr id="8" name="rect-9"/>
          <p:cNvSpPr/>
          <p:nvPr/>
        </p:nvSpPr>
        <p:spPr>
          <a:xfrm>
            <a:off x="5486400" y="1463040"/>
            <a:ext cx="2834640" cy="438912"/>
          </a:xfrm>
          <a:prstGeom prst="rect">
            <a:avLst/>
          </a:prstGeom>
          <a:solidFill>
            <a:srgbClr val="4F46E5"/>
          </a:solidFill>
          <a:ln w="9525">
            <a:solidFill>
              <a:srgbClr val="4F46E5"/>
            </a:solidFill>
            <a:prstDash val="solid"/>
          </a:ln>
        </p:spPr>
      </p:sp>
      <p:sp>
        <p:nvSpPr>
          <p:cNvPr id="9" name="text-10"/>
          <p:cNvSpPr txBox="1"/>
          <p:nvPr/>
        </p:nvSpPr>
        <p:spPr>
          <a:xfrm>
            <a:off x="5596128" y="1463040"/>
            <a:ext cx="2615184" cy="438912"/>
          </a:xfrm>
          <a:prstGeom prst="rect">
            <a:avLst/>
          </a:prstGeom>
          <a:noFill/>
          <a:ln/>
        </p:spPr>
        <p:txBody>
          <a:bodyPr wrap="square" lIns="0" tIns="0" rIns="0" bIns="0" rtlCol="0" anchor="ctr"/>
          <a:lstStyle/>
          <a:p>
            <a:pPr algn="l" indent="0" marL="0">
              <a:buNone/>
            </a:pPr>
            <a:r>
              <a:rPr lang="en-US" sz="1300" dirty="0">
                <a:solidFill>
                  <a:srgbClr val="FFFFFF"/>
                </a:solidFill>
                <a:latin typeface="Segoe UI Semibold" pitchFamily="34" charset="0"/>
                <a:ea typeface="Segoe UI Semibold" pitchFamily="34" charset="-122"/>
                <a:cs typeface="Segoe UI Semibold" pitchFamily="34" charset="-120"/>
              </a:rPr>
              <a:t>Fix</a:t>
            </a:r>
            <a:endParaRPr lang="en-US" sz="1300" dirty="0"/>
          </a:p>
        </p:txBody>
      </p:sp>
      <p:sp>
        <p:nvSpPr>
          <p:cNvPr id="10" name="rect-11"/>
          <p:cNvSpPr/>
          <p:nvPr/>
        </p:nvSpPr>
        <p:spPr>
          <a:xfrm>
            <a:off x="8321040" y="1463040"/>
            <a:ext cx="3337560" cy="438912"/>
          </a:xfrm>
          <a:prstGeom prst="rect">
            <a:avLst/>
          </a:prstGeom>
          <a:solidFill>
            <a:srgbClr val="4F46E5"/>
          </a:solidFill>
          <a:ln w="9525">
            <a:solidFill>
              <a:srgbClr val="4F46E5"/>
            </a:solidFill>
            <a:prstDash val="solid"/>
          </a:ln>
        </p:spPr>
      </p:sp>
      <p:sp>
        <p:nvSpPr>
          <p:cNvPr id="11" name="text-12"/>
          <p:cNvSpPr txBox="1"/>
          <p:nvPr/>
        </p:nvSpPr>
        <p:spPr>
          <a:xfrm>
            <a:off x="8430768" y="1463040"/>
            <a:ext cx="3118104" cy="438912"/>
          </a:xfrm>
          <a:prstGeom prst="rect">
            <a:avLst/>
          </a:prstGeom>
          <a:noFill/>
          <a:ln/>
        </p:spPr>
        <p:txBody>
          <a:bodyPr wrap="square" lIns="0" tIns="0" rIns="0" bIns="0" rtlCol="0" anchor="ctr"/>
          <a:lstStyle/>
          <a:p>
            <a:pPr algn="l" indent="0" marL="0">
              <a:buNone/>
            </a:pPr>
            <a:r>
              <a:rPr lang="en-US" sz="1300" dirty="0">
                <a:solidFill>
                  <a:srgbClr val="FFFFFF"/>
                </a:solidFill>
                <a:latin typeface="Segoe UI Semibold" pitchFamily="34" charset="0"/>
                <a:ea typeface="Segoe UI Semibold" pitchFamily="34" charset="-122"/>
                <a:cs typeface="Segoe UI Semibold" pitchFamily="34" charset="-120"/>
              </a:rPr>
              <a:t>Prevent it</a:t>
            </a:r>
            <a:endParaRPr lang="en-US" sz="1300" dirty="0"/>
          </a:p>
        </p:txBody>
      </p:sp>
      <p:sp>
        <p:nvSpPr>
          <p:cNvPr id="12" name="rect-13"/>
          <p:cNvSpPr/>
          <p:nvPr/>
        </p:nvSpPr>
        <p:spPr>
          <a:xfrm>
            <a:off x="548640" y="1901952"/>
            <a:ext cx="2331720" cy="722376"/>
          </a:xfrm>
          <a:prstGeom prst="rect">
            <a:avLst/>
          </a:prstGeom>
          <a:solidFill>
            <a:srgbClr val="FFFFFF"/>
          </a:solidFill>
          <a:ln w="9525">
            <a:solidFill>
              <a:srgbClr val="D9DEE8"/>
            </a:solidFill>
            <a:prstDash val="solid"/>
          </a:ln>
        </p:spPr>
      </p:sp>
      <p:sp>
        <p:nvSpPr>
          <p:cNvPr id="13" name="text-14"/>
          <p:cNvSpPr txBox="1"/>
          <p:nvPr/>
        </p:nvSpPr>
        <p:spPr>
          <a:xfrm>
            <a:off x="658368" y="1901952"/>
            <a:ext cx="211226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Semibold" pitchFamily="34" charset="0"/>
                <a:ea typeface="Segoe UI Semibold" pitchFamily="34" charset="-122"/>
                <a:cs typeface="Segoe UI Semibold" pitchFamily="34" charset="-120"/>
              </a:rPr>
              <a:t>Plays in the wrong tab or window</a:t>
            </a:r>
            <a:endParaRPr lang="en-US" sz="1200" dirty="0"/>
          </a:p>
        </p:txBody>
      </p:sp>
      <p:sp>
        <p:nvSpPr>
          <p:cNvPr id="14" name="rect-15"/>
          <p:cNvSpPr/>
          <p:nvPr/>
        </p:nvSpPr>
        <p:spPr>
          <a:xfrm>
            <a:off x="2880360" y="1901952"/>
            <a:ext cx="2606040" cy="722376"/>
          </a:xfrm>
          <a:prstGeom prst="rect">
            <a:avLst/>
          </a:prstGeom>
          <a:solidFill>
            <a:srgbClr val="FFFFFF"/>
          </a:solidFill>
          <a:ln w="9525">
            <a:solidFill>
              <a:srgbClr val="D9DEE8"/>
            </a:solidFill>
            <a:prstDash val="solid"/>
          </a:ln>
        </p:spPr>
      </p:sp>
      <p:sp>
        <p:nvSpPr>
          <p:cNvPr id="15" name="text-16"/>
          <p:cNvSpPr txBox="1"/>
          <p:nvPr/>
        </p:nvSpPr>
        <p:spPr>
          <a:xfrm>
            <a:off x="2990088" y="1901952"/>
            <a:ext cx="23865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Another tab or app was in front</a:t>
            </a:r>
            <a:endParaRPr lang="en-US" sz="1200" dirty="0"/>
          </a:p>
        </p:txBody>
      </p:sp>
      <p:sp>
        <p:nvSpPr>
          <p:cNvPr id="16" name="rect-17"/>
          <p:cNvSpPr/>
          <p:nvPr/>
        </p:nvSpPr>
        <p:spPr>
          <a:xfrm>
            <a:off x="5486400" y="1901952"/>
            <a:ext cx="2834640" cy="722376"/>
          </a:xfrm>
          <a:prstGeom prst="rect">
            <a:avLst/>
          </a:prstGeom>
          <a:solidFill>
            <a:srgbClr val="FFFFFF"/>
          </a:solidFill>
          <a:ln w="9525">
            <a:solidFill>
              <a:srgbClr val="D9DEE8"/>
            </a:solidFill>
            <a:prstDash val="solid"/>
          </a:ln>
        </p:spPr>
      </p:sp>
      <p:sp>
        <p:nvSpPr>
          <p:cNvPr id="17" name="text-18"/>
          <p:cNvSpPr txBox="1"/>
          <p:nvPr/>
        </p:nvSpPr>
        <p:spPr>
          <a:xfrm>
            <a:off x="5596128" y="1901952"/>
            <a:ext cx="26151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Stop (F10); bring the right page to front</a:t>
            </a:r>
            <a:endParaRPr lang="en-US" sz="1200" dirty="0"/>
          </a:p>
        </p:txBody>
      </p:sp>
      <p:sp>
        <p:nvSpPr>
          <p:cNvPr id="18" name="rect-19"/>
          <p:cNvSpPr/>
          <p:nvPr/>
        </p:nvSpPr>
        <p:spPr>
          <a:xfrm>
            <a:off x="8321040" y="1901952"/>
            <a:ext cx="3337560" cy="722376"/>
          </a:xfrm>
          <a:prstGeom prst="rect">
            <a:avLst/>
          </a:prstGeom>
          <a:solidFill>
            <a:srgbClr val="FFFFFF"/>
          </a:solidFill>
          <a:ln w="9525">
            <a:solidFill>
              <a:srgbClr val="D9DEE8"/>
            </a:solidFill>
            <a:prstDash val="solid"/>
          </a:ln>
        </p:spPr>
      </p:sp>
      <p:sp>
        <p:nvSpPr>
          <p:cNvPr id="19" name="text-20"/>
          <p:cNvSpPr txBox="1"/>
          <p:nvPr/>
        </p:nvSpPr>
        <p:spPr>
          <a:xfrm>
            <a:off x="8430768" y="1901952"/>
            <a:ext cx="311810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Check the active tab before Play; start from the start page</a:t>
            </a:r>
            <a:endParaRPr lang="en-US" sz="1200" dirty="0"/>
          </a:p>
        </p:txBody>
      </p:sp>
      <p:sp>
        <p:nvSpPr>
          <p:cNvPr id="20" name="rect-21"/>
          <p:cNvSpPr/>
          <p:nvPr/>
        </p:nvSpPr>
        <p:spPr>
          <a:xfrm>
            <a:off x="548640" y="2624328"/>
            <a:ext cx="2331720" cy="722376"/>
          </a:xfrm>
          <a:prstGeom prst="rect">
            <a:avLst/>
          </a:prstGeom>
          <a:solidFill>
            <a:srgbClr val="F6F8FC"/>
          </a:solidFill>
          <a:ln w="9525">
            <a:solidFill>
              <a:srgbClr val="D9DEE8"/>
            </a:solidFill>
            <a:prstDash val="solid"/>
          </a:ln>
        </p:spPr>
      </p:sp>
      <p:sp>
        <p:nvSpPr>
          <p:cNvPr id="21" name="text-22"/>
          <p:cNvSpPr txBox="1"/>
          <p:nvPr/>
        </p:nvSpPr>
        <p:spPr>
          <a:xfrm>
            <a:off x="658368" y="2624328"/>
            <a:ext cx="211226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Semibold" pitchFamily="34" charset="0"/>
                <a:ea typeface="Segoe UI Semibold" pitchFamily="34" charset="-122"/>
                <a:cs typeface="Segoe UI Semibold" pitchFamily="34" charset="-120"/>
              </a:rPr>
              <a:t>Repeats before checking the result</a:t>
            </a:r>
            <a:endParaRPr lang="en-US" sz="1200" dirty="0"/>
          </a:p>
        </p:txBody>
      </p:sp>
      <p:sp>
        <p:nvSpPr>
          <p:cNvPr id="22" name="rect-23"/>
          <p:cNvSpPr/>
          <p:nvPr/>
        </p:nvSpPr>
        <p:spPr>
          <a:xfrm>
            <a:off x="2880360" y="2624328"/>
            <a:ext cx="2606040" cy="722376"/>
          </a:xfrm>
          <a:prstGeom prst="rect">
            <a:avLst/>
          </a:prstGeom>
          <a:solidFill>
            <a:srgbClr val="F6F8FC"/>
          </a:solidFill>
          <a:ln w="9525">
            <a:solidFill>
              <a:srgbClr val="D9DEE8"/>
            </a:solidFill>
            <a:prstDash val="solid"/>
          </a:ln>
        </p:spPr>
      </p:sp>
      <p:sp>
        <p:nvSpPr>
          <p:cNvPr id="23" name="text-24"/>
          <p:cNvSpPr txBox="1"/>
          <p:nvPr/>
        </p:nvSpPr>
        <p:spPr>
          <a:xfrm>
            <a:off x="2990088" y="2624328"/>
            <a:ext cx="23865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All rows run straight away</a:t>
            </a:r>
            <a:endParaRPr lang="en-US" sz="1200" dirty="0"/>
          </a:p>
        </p:txBody>
      </p:sp>
      <p:sp>
        <p:nvSpPr>
          <p:cNvPr id="24" name="rect-25"/>
          <p:cNvSpPr/>
          <p:nvPr/>
        </p:nvSpPr>
        <p:spPr>
          <a:xfrm>
            <a:off x="5486400" y="2624328"/>
            <a:ext cx="2834640" cy="722376"/>
          </a:xfrm>
          <a:prstGeom prst="rect">
            <a:avLst/>
          </a:prstGeom>
          <a:solidFill>
            <a:srgbClr val="F6F8FC"/>
          </a:solidFill>
          <a:ln w="9525">
            <a:solidFill>
              <a:srgbClr val="D9DEE8"/>
            </a:solidFill>
            <a:prstDash val="solid"/>
          </a:ln>
        </p:spPr>
      </p:sp>
      <p:sp>
        <p:nvSpPr>
          <p:cNvPr id="25" name="text-26"/>
          <p:cNvSpPr txBox="1"/>
          <p:nvPr/>
        </p:nvSpPr>
        <p:spPr>
          <a:xfrm>
            <a:off x="5596128" y="2624328"/>
            <a:ext cx="26151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Stop; check the data in the app</a:t>
            </a:r>
            <a:endParaRPr lang="en-US" sz="1200" dirty="0"/>
          </a:p>
        </p:txBody>
      </p:sp>
      <p:sp>
        <p:nvSpPr>
          <p:cNvPr id="26" name="rect-27"/>
          <p:cNvSpPr/>
          <p:nvPr/>
        </p:nvSpPr>
        <p:spPr>
          <a:xfrm>
            <a:off x="8321040" y="2624328"/>
            <a:ext cx="3337560" cy="722376"/>
          </a:xfrm>
          <a:prstGeom prst="rect">
            <a:avLst/>
          </a:prstGeom>
          <a:solidFill>
            <a:srgbClr val="F6F8FC"/>
          </a:solidFill>
          <a:ln w="9525">
            <a:solidFill>
              <a:srgbClr val="D9DEE8"/>
            </a:solidFill>
            <a:prstDash val="solid"/>
          </a:ln>
        </p:spPr>
      </p:sp>
      <p:sp>
        <p:nvSpPr>
          <p:cNvPr id="27" name="text-28"/>
          <p:cNvSpPr txBox="1"/>
          <p:nvPr/>
        </p:nvSpPr>
        <p:spPr>
          <a:xfrm>
            <a:off x="8430768" y="2624328"/>
            <a:ext cx="311810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Test with one row first (Rows: 2)</a:t>
            </a:r>
            <a:endParaRPr lang="en-US" sz="1200" dirty="0"/>
          </a:p>
        </p:txBody>
      </p:sp>
      <p:sp>
        <p:nvSpPr>
          <p:cNvPr id="28" name="rect-29"/>
          <p:cNvSpPr/>
          <p:nvPr/>
        </p:nvSpPr>
        <p:spPr>
          <a:xfrm>
            <a:off x="548640" y="3346704"/>
            <a:ext cx="2331720" cy="722376"/>
          </a:xfrm>
          <a:prstGeom prst="rect">
            <a:avLst/>
          </a:prstGeom>
          <a:solidFill>
            <a:srgbClr val="FFFFFF"/>
          </a:solidFill>
          <a:ln w="9525">
            <a:solidFill>
              <a:srgbClr val="D9DEE8"/>
            </a:solidFill>
            <a:prstDash val="solid"/>
          </a:ln>
        </p:spPr>
      </p:sp>
      <p:sp>
        <p:nvSpPr>
          <p:cNvPr id="29" name="text-30"/>
          <p:cNvSpPr txBox="1"/>
          <p:nvPr/>
        </p:nvSpPr>
        <p:spPr>
          <a:xfrm>
            <a:off x="658368" y="3346704"/>
            <a:ext cx="211226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Semibold" pitchFamily="34" charset="0"/>
                <a:ea typeface="Segoe UI Semibold" pitchFamily="34" charset="-122"/>
                <a:cs typeface="Segoe UI Semibold" pitchFamily="34" charset="-120"/>
              </a:rPr>
              <a:t>Extra or wrong steps</a:t>
            </a:r>
            <a:endParaRPr lang="en-US" sz="1200" dirty="0"/>
          </a:p>
        </p:txBody>
      </p:sp>
      <p:sp>
        <p:nvSpPr>
          <p:cNvPr id="30" name="rect-31"/>
          <p:cNvSpPr/>
          <p:nvPr/>
        </p:nvSpPr>
        <p:spPr>
          <a:xfrm>
            <a:off x="2880360" y="3346704"/>
            <a:ext cx="2606040" cy="722376"/>
          </a:xfrm>
          <a:prstGeom prst="rect">
            <a:avLst/>
          </a:prstGeom>
          <a:solidFill>
            <a:srgbClr val="FFFFFF"/>
          </a:solidFill>
          <a:ln w="9525">
            <a:solidFill>
              <a:srgbClr val="D9DEE8"/>
            </a:solidFill>
            <a:prstDash val="solid"/>
          </a:ln>
        </p:spPr>
      </p:sp>
      <p:sp>
        <p:nvSpPr>
          <p:cNvPr id="31" name="text-32"/>
          <p:cNvSpPr txBox="1"/>
          <p:nvPr/>
        </p:nvSpPr>
        <p:spPr>
          <a:xfrm>
            <a:off x="2990088" y="3346704"/>
            <a:ext cx="23865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Stray clicks while recording</a:t>
            </a:r>
            <a:endParaRPr lang="en-US" sz="1200" dirty="0"/>
          </a:p>
        </p:txBody>
      </p:sp>
      <p:sp>
        <p:nvSpPr>
          <p:cNvPr id="32" name="rect-33"/>
          <p:cNvSpPr/>
          <p:nvPr/>
        </p:nvSpPr>
        <p:spPr>
          <a:xfrm>
            <a:off x="5486400" y="3346704"/>
            <a:ext cx="2834640" cy="722376"/>
          </a:xfrm>
          <a:prstGeom prst="rect">
            <a:avLst/>
          </a:prstGeom>
          <a:solidFill>
            <a:srgbClr val="FFFFFF"/>
          </a:solidFill>
          <a:ln w="9525">
            <a:solidFill>
              <a:srgbClr val="D9DEE8"/>
            </a:solidFill>
            <a:prstDash val="solid"/>
          </a:ln>
        </p:spPr>
      </p:sp>
      <p:sp>
        <p:nvSpPr>
          <p:cNvPr id="33" name="text-34"/>
          <p:cNvSpPr txBox="1"/>
          <p:nvPr/>
        </p:nvSpPr>
        <p:spPr>
          <a:xfrm>
            <a:off x="5596128" y="3346704"/>
            <a:ext cx="26151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Delete them in the step editor</a:t>
            </a:r>
            <a:endParaRPr lang="en-US" sz="1200" dirty="0"/>
          </a:p>
        </p:txBody>
      </p:sp>
      <p:sp>
        <p:nvSpPr>
          <p:cNvPr id="34" name="rect-35"/>
          <p:cNvSpPr/>
          <p:nvPr/>
        </p:nvSpPr>
        <p:spPr>
          <a:xfrm>
            <a:off x="8321040" y="3346704"/>
            <a:ext cx="3337560" cy="722376"/>
          </a:xfrm>
          <a:prstGeom prst="rect">
            <a:avLst/>
          </a:prstGeom>
          <a:solidFill>
            <a:srgbClr val="FFFFFF"/>
          </a:solidFill>
          <a:ln w="9525">
            <a:solidFill>
              <a:srgbClr val="D9DEE8"/>
            </a:solidFill>
            <a:prstDash val="solid"/>
          </a:ln>
        </p:spPr>
      </p:sp>
      <p:sp>
        <p:nvSpPr>
          <p:cNvPr id="35" name="text-36"/>
          <p:cNvSpPr txBox="1"/>
          <p:nvPr/>
        </p:nvSpPr>
        <p:spPr>
          <a:xfrm>
            <a:off x="8430768" y="3346704"/>
            <a:ext cx="311810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Record calmly; review EDIT after recording</a:t>
            </a:r>
            <a:endParaRPr lang="en-US" sz="1200" dirty="0"/>
          </a:p>
        </p:txBody>
      </p:sp>
      <p:sp>
        <p:nvSpPr>
          <p:cNvPr id="36" name="rect-37"/>
          <p:cNvSpPr/>
          <p:nvPr/>
        </p:nvSpPr>
        <p:spPr>
          <a:xfrm>
            <a:off x="548640" y="4069080"/>
            <a:ext cx="2331720" cy="722376"/>
          </a:xfrm>
          <a:prstGeom prst="rect">
            <a:avLst/>
          </a:prstGeom>
          <a:solidFill>
            <a:srgbClr val="F6F8FC"/>
          </a:solidFill>
          <a:ln w="9525">
            <a:solidFill>
              <a:srgbClr val="D9DEE8"/>
            </a:solidFill>
            <a:prstDash val="solid"/>
          </a:ln>
        </p:spPr>
      </p:sp>
      <p:sp>
        <p:nvSpPr>
          <p:cNvPr id="37" name="text-38"/>
          <p:cNvSpPr txBox="1"/>
          <p:nvPr/>
        </p:nvSpPr>
        <p:spPr>
          <a:xfrm>
            <a:off x="658368" y="4069080"/>
            <a:ext cx="211226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Semibold" pitchFamily="34" charset="0"/>
                <a:ea typeface="Segoe UI Semibold" pitchFamily="34" charset="-122"/>
                <a:cs typeface="Segoe UI Semibold" pitchFamily="34" charset="-120"/>
              </a:rPr>
              <a:t>Clicks happen too early</a:t>
            </a:r>
            <a:endParaRPr lang="en-US" sz="1200" dirty="0"/>
          </a:p>
        </p:txBody>
      </p:sp>
      <p:sp>
        <p:nvSpPr>
          <p:cNvPr id="38" name="rect-39"/>
          <p:cNvSpPr/>
          <p:nvPr/>
        </p:nvSpPr>
        <p:spPr>
          <a:xfrm>
            <a:off x="2880360" y="4069080"/>
            <a:ext cx="2606040" cy="722376"/>
          </a:xfrm>
          <a:prstGeom prst="rect">
            <a:avLst/>
          </a:prstGeom>
          <a:solidFill>
            <a:srgbClr val="F6F8FC"/>
          </a:solidFill>
          <a:ln w="9525">
            <a:solidFill>
              <a:srgbClr val="D9DEE8"/>
            </a:solidFill>
            <a:prstDash val="solid"/>
          </a:ln>
        </p:spPr>
      </p:sp>
      <p:sp>
        <p:nvSpPr>
          <p:cNvPr id="39" name="text-40"/>
          <p:cNvSpPr txBox="1"/>
          <p:nvPr/>
        </p:nvSpPr>
        <p:spPr>
          <a:xfrm>
            <a:off x="2990088" y="4069080"/>
            <a:ext cx="23865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Page still loading</a:t>
            </a:r>
            <a:endParaRPr lang="en-US" sz="1200" dirty="0"/>
          </a:p>
        </p:txBody>
      </p:sp>
      <p:sp>
        <p:nvSpPr>
          <p:cNvPr id="40" name="rect-41"/>
          <p:cNvSpPr/>
          <p:nvPr/>
        </p:nvSpPr>
        <p:spPr>
          <a:xfrm>
            <a:off x="5486400" y="4069080"/>
            <a:ext cx="2834640" cy="722376"/>
          </a:xfrm>
          <a:prstGeom prst="rect">
            <a:avLst/>
          </a:prstGeom>
          <a:solidFill>
            <a:srgbClr val="F6F8FC"/>
          </a:solidFill>
          <a:ln w="9525">
            <a:solidFill>
              <a:srgbClr val="D9DEE8"/>
            </a:solidFill>
            <a:prstDash val="solid"/>
          </a:ln>
        </p:spPr>
      </p:sp>
      <p:sp>
        <p:nvSpPr>
          <p:cNvPr id="41" name="text-42"/>
          <p:cNvSpPr txBox="1"/>
          <p:nvPr/>
        </p:nvSpPr>
        <p:spPr>
          <a:xfrm>
            <a:off x="5596128" y="4069080"/>
            <a:ext cx="26151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Raise Wait before on that step</a:t>
            </a:r>
            <a:endParaRPr lang="en-US" sz="1200" dirty="0"/>
          </a:p>
        </p:txBody>
      </p:sp>
      <p:sp>
        <p:nvSpPr>
          <p:cNvPr id="42" name="rect-43"/>
          <p:cNvSpPr/>
          <p:nvPr/>
        </p:nvSpPr>
        <p:spPr>
          <a:xfrm>
            <a:off x="8321040" y="4069080"/>
            <a:ext cx="3337560" cy="722376"/>
          </a:xfrm>
          <a:prstGeom prst="rect">
            <a:avLst/>
          </a:prstGeom>
          <a:solidFill>
            <a:srgbClr val="F6F8FC"/>
          </a:solidFill>
          <a:ln w="9525">
            <a:solidFill>
              <a:srgbClr val="D9DEE8"/>
            </a:solidFill>
            <a:prstDash val="solid"/>
          </a:ln>
        </p:spPr>
      </p:sp>
      <p:sp>
        <p:nvSpPr>
          <p:cNvPr id="43" name="text-44"/>
          <p:cNvSpPr txBox="1"/>
          <p:nvPr/>
        </p:nvSpPr>
        <p:spPr>
          <a:xfrm>
            <a:off x="8430768" y="4069080"/>
            <a:ext cx="311810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Wait for pages while recording; play at 1×</a:t>
            </a:r>
            <a:endParaRPr lang="en-US" sz="1200" dirty="0"/>
          </a:p>
        </p:txBody>
      </p:sp>
      <p:sp>
        <p:nvSpPr>
          <p:cNvPr id="44" name="rect-45"/>
          <p:cNvSpPr/>
          <p:nvPr/>
        </p:nvSpPr>
        <p:spPr>
          <a:xfrm>
            <a:off x="548640" y="4791456"/>
            <a:ext cx="2331720" cy="722376"/>
          </a:xfrm>
          <a:prstGeom prst="rect">
            <a:avLst/>
          </a:prstGeom>
          <a:solidFill>
            <a:srgbClr val="FFFFFF"/>
          </a:solidFill>
          <a:ln w="9525">
            <a:solidFill>
              <a:srgbClr val="D9DEE8"/>
            </a:solidFill>
            <a:prstDash val="solid"/>
          </a:ln>
        </p:spPr>
      </p:sp>
      <p:sp>
        <p:nvSpPr>
          <p:cNvPr id="45" name="text-46"/>
          <p:cNvSpPr txBox="1"/>
          <p:nvPr/>
        </p:nvSpPr>
        <p:spPr>
          <a:xfrm>
            <a:off x="658368" y="4791456"/>
            <a:ext cx="211226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Semibold" pitchFamily="34" charset="0"/>
                <a:ea typeface="Segoe UI Semibold" pitchFamily="34" charset="-122"/>
                <a:cs typeface="Segoe UI Semibold" pitchFamily="34" charset="-120"/>
              </a:rPr>
              <a:t>Pop-up or changed layout</a:t>
            </a:r>
            <a:endParaRPr lang="en-US" sz="1200" dirty="0"/>
          </a:p>
        </p:txBody>
      </p:sp>
      <p:sp>
        <p:nvSpPr>
          <p:cNvPr id="46" name="rect-47"/>
          <p:cNvSpPr/>
          <p:nvPr/>
        </p:nvSpPr>
        <p:spPr>
          <a:xfrm>
            <a:off x="2880360" y="4791456"/>
            <a:ext cx="2606040" cy="722376"/>
          </a:xfrm>
          <a:prstGeom prst="rect">
            <a:avLst/>
          </a:prstGeom>
          <a:solidFill>
            <a:srgbClr val="FFFFFF"/>
          </a:solidFill>
          <a:ln w="9525">
            <a:solidFill>
              <a:srgbClr val="D9DEE8"/>
            </a:solidFill>
            <a:prstDash val="solid"/>
          </a:ln>
        </p:spPr>
      </p:sp>
      <p:sp>
        <p:nvSpPr>
          <p:cNvPr id="47" name="text-48"/>
          <p:cNvSpPr txBox="1"/>
          <p:nvPr/>
        </p:nvSpPr>
        <p:spPr>
          <a:xfrm>
            <a:off x="2990088" y="4791456"/>
            <a:ext cx="23865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Dialog, banner, zoom or window size</a:t>
            </a:r>
            <a:endParaRPr lang="en-US" sz="1200" dirty="0"/>
          </a:p>
        </p:txBody>
      </p:sp>
      <p:sp>
        <p:nvSpPr>
          <p:cNvPr id="48" name="rect-49"/>
          <p:cNvSpPr/>
          <p:nvPr/>
        </p:nvSpPr>
        <p:spPr>
          <a:xfrm>
            <a:off x="5486400" y="4791456"/>
            <a:ext cx="2834640" cy="722376"/>
          </a:xfrm>
          <a:prstGeom prst="rect">
            <a:avLst/>
          </a:prstGeom>
          <a:solidFill>
            <a:srgbClr val="FFFFFF"/>
          </a:solidFill>
          <a:ln w="9525">
            <a:solidFill>
              <a:srgbClr val="D9DEE8"/>
            </a:solidFill>
            <a:prstDash val="solid"/>
          </a:ln>
        </p:spPr>
      </p:sp>
      <p:sp>
        <p:nvSpPr>
          <p:cNvPr id="49" name="text-50"/>
          <p:cNvSpPr txBox="1"/>
          <p:nvPr/>
        </p:nvSpPr>
        <p:spPr>
          <a:xfrm>
            <a:off x="5596128" y="4791456"/>
            <a:ext cx="26151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Close it; zoom 100% (Ctrl+0); maximize</a:t>
            </a:r>
            <a:endParaRPr lang="en-US" sz="1200" dirty="0"/>
          </a:p>
        </p:txBody>
      </p:sp>
      <p:sp>
        <p:nvSpPr>
          <p:cNvPr id="50" name="rect-51"/>
          <p:cNvSpPr/>
          <p:nvPr/>
        </p:nvSpPr>
        <p:spPr>
          <a:xfrm>
            <a:off x="8321040" y="4791456"/>
            <a:ext cx="3337560" cy="722376"/>
          </a:xfrm>
          <a:prstGeom prst="rect">
            <a:avLst/>
          </a:prstGeom>
          <a:solidFill>
            <a:srgbClr val="FFFFFF"/>
          </a:solidFill>
          <a:ln w="9525">
            <a:solidFill>
              <a:srgbClr val="D9DEE8"/>
            </a:solidFill>
            <a:prstDash val="solid"/>
          </a:ln>
        </p:spPr>
      </p:sp>
      <p:sp>
        <p:nvSpPr>
          <p:cNvPr id="51" name="text-52"/>
          <p:cNvSpPr txBox="1"/>
          <p:nvPr/>
        </p:nvSpPr>
        <p:spPr>
          <a:xfrm>
            <a:off x="8430768" y="4791456"/>
            <a:ext cx="311810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Do not disturb (Win+N); same window size</a:t>
            </a:r>
            <a:endParaRPr lang="en-US" sz="1200" dirty="0"/>
          </a:p>
        </p:txBody>
      </p:sp>
      <p:sp>
        <p:nvSpPr>
          <p:cNvPr id="52" name="rect-53"/>
          <p:cNvSpPr/>
          <p:nvPr/>
        </p:nvSpPr>
        <p:spPr>
          <a:xfrm>
            <a:off x="548640" y="5513832"/>
            <a:ext cx="2331720" cy="722376"/>
          </a:xfrm>
          <a:prstGeom prst="rect">
            <a:avLst/>
          </a:prstGeom>
          <a:solidFill>
            <a:srgbClr val="F6F8FC"/>
          </a:solidFill>
          <a:ln w="9525">
            <a:solidFill>
              <a:srgbClr val="D9DEE8"/>
            </a:solidFill>
            <a:prstDash val="solid"/>
          </a:ln>
        </p:spPr>
      </p:sp>
      <p:sp>
        <p:nvSpPr>
          <p:cNvPr id="53" name="text-54"/>
          <p:cNvSpPr txBox="1"/>
          <p:nvPr/>
        </p:nvSpPr>
        <p:spPr>
          <a:xfrm>
            <a:off x="658368" y="5513832"/>
            <a:ext cx="211226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Semibold" pitchFamily="34" charset="0"/>
                <a:ea typeface="Segoe UI Semibold" pitchFamily="34" charset="-122"/>
                <a:cs typeface="Segoe UI Semibold" pitchFamily="34" charset="-120"/>
              </a:rPr>
              <a:t>Duplicate or wrong data</a:t>
            </a:r>
            <a:endParaRPr lang="en-US" sz="1200" dirty="0"/>
          </a:p>
        </p:txBody>
      </p:sp>
      <p:sp>
        <p:nvSpPr>
          <p:cNvPr id="54" name="rect-55"/>
          <p:cNvSpPr/>
          <p:nvPr/>
        </p:nvSpPr>
        <p:spPr>
          <a:xfrm>
            <a:off x="2880360" y="5513832"/>
            <a:ext cx="2606040" cy="722376"/>
          </a:xfrm>
          <a:prstGeom prst="rect">
            <a:avLst/>
          </a:prstGeom>
          <a:solidFill>
            <a:srgbClr val="F6F8FC"/>
          </a:solidFill>
          <a:ln w="9525">
            <a:solidFill>
              <a:srgbClr val="D9DEE8"/>
            </a:solidFill>
            <a:prstDash val="solid"/>
          </a:ln>
        </p:spPr>
      </p:sp>
      <p:sp>
        <p:nvSpPr>
          <p:cNvPr id="55" name="text-56"/>
          <p:cNvSpPr txBox="1"/>
          <p:nvPr/>
        </p:nvSpPr>
        <p:spPr>
          <a:xfrm>
            <a:off x="2990088" y="5513832"/>
            <a:ext cx="23865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Rows re-run; text left in a field</a:t>
            </a:r>
            <a:endParaRPr lang="en-US" sz="1200" dirty="0"/>
          </a:p>
        </p:txBody>
      </p:sp>
      <p:sp>
        <p:nvSpPr>
          <p:cNvPr id="56" name="rect-57"/>
          <p:cNvSpPr/>
          <p:nvPr/>
        </p:nvSpPr>
        <p:spPr>
          <a:xfrm>
            <a:off x="5486400" y="5513832"/>
            <a:ext cx="2834640" cy="722376"/>
          </a:xfrm>
          <a:prstGeom prst="rect">
            <a:avLst/>
          </a:prstGeom>
          <a:solidFill>
            <a:srgbClr val="F6F8FC"/>
          </a:solidFill>
          <a:ln w="9525">
            <a:solidFill>
              <a:srgbClr val="D9DEE8"/>
            </a:solidFill>
            <a:prstDash val="solid"/>
          </a:ln>
        </p:spPr>
      </p:sp>
      <p:sp>
        <p:nvSpPr>
          <p:cNvPr id="57" name="text-58"/>
          <p:cNvSpPr txBox="1"/>
          <p:nvPr/>
        </p:nvSpPr>
        <p:spPr>
          <a:xfrm>
            <a:off x="5596128" y="5513832"/>
            <a:ext cx="261518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Correct the records by hand</a:t>
            </a:r>
            <a:endParaRPr lang="en-US" sz="1200" dirty="0"/>
          </a:p>
        </p:txBody>
      </p:sp>
      <p:sp>
        <p:nvSpPr>
          <p:cNvPr id="58" name="rect-59"/>
          <p:cNvSpPr/>
          <p:nvPr/>
        </p:nvSpPr>
        <p:spPr>
          <a:xfrm>
            <a:off x="8321040" y="5513832"/>
            <a:ext cx="3337560" cy="722376"/>
          </a:xfrm>
          <a:prstGeom prst="rect">
            <a:avLst/>
          </a:prstGeom>
          <a:solidFill>
            <a:srgbClr val="F6F8FC"/>
          </a:solidFill>
          <a:ln w="9525">
            <a:solidFill>
              <a:srgbClr val="D9DEE8"/>
            </a:solidFill>
            <a:prstDash val="solid"/>
          </a:ln>
        </p:spPr>
      </p:sp>
      <p:sp>
        <p:nvSpPr>
          <p:cNvPr id="59" name="text-60"/>
          <p:cNvSpPr txBox="1"/>
          <p:nvPr/>
        </p:nvSpPr>
        <p:spPr>
          <a:xfrm>
            <a:off x="8430768" y="5513832"/>
            <a:ext cx="3118104" cy="722376"/>
          </a:xfrm>
          <a:prstGeom prst="rect">
            <a:avLst/>
          </a:prstGeom>
          <a:noFill/>
          <a:ln/>
        </p:spPr>
        <p:txBody>
          <a:bodyPr wrap="square" lIns="0" tIns="0" rIns="0" bIns="0" rtlCol="0" anchor="ctr"/>
          <a:lstStyle/>
          <a:p>
            <a:pPr algn="l" indent="0" marL="0">
              <a:buNone/>
            </a:pPr>
            <a:r>
              <a:rPr lang="en-US" sz="1200" dirty="0">
                <a:solidFill>
                  <a:srgbClr val="1E2433"/>
                </a:solidFill>
                <a:latin typeface="Segoe UI" pitchFamily="34" charset="0"/>
                <a:ea typeface="Segoe UI" pitchFamily="34" charset="-122"/>
                <a:cs typeface="Segoe UI" pitchFamily="34" charset="-120"/>
              </a:rPr>
              <a:t>Rows = only the remaining ones; OCR check + clear typed text</a:t>
            </a:r>
            <a:endParaRPr lang="en-US" sz="12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dirty="0">
                <a:solidFill>
                  <a:srgbClr val="1E2433"/>
                </a:solidFill>
                <a:latin typeface="Segoe UI Semibold" pitchFamily="34" charset="0"/>
                <a:ea typeface="Segoe UI Semibold" pitchFamily="34" charset="-122"/>
                <a:cs typeface="Segoe UI Semibold" pitchFamily="34" charset="-120"/>
              </a:rPr>
              <a:t>Quick-reference checklist</a:t>
            </a:r>
            <a:endParaRPr lang="en-US" sz="3000" dirty="0"/>
          </a:p>
        </p:txBody>
      </p:sp>
      <p:sp>
        <p:nvSpPr>
          <p:cNvPr id="3" name="text-1"/>
          <p:cNvSpPr txBox="1"/>
          <p:nvPr/>
        </p:nvSpPr>
        <p:spPr>
          <a:xfrm>
            <a:off x="548640" y="292608"/>
            <a:ext cx="8229600" cy="292608"/>
          </a:xfrm>
          <a:prstGeom prst="rect">
            <a:avLst/>
          </a:prstGeom>
          <a:noFill/>
          <a:ln/>
        </p:spPr>
        <p:txBody>
          <a:bodyPr wrap="square" lIns="0" tIns="0" rIns="0" bIns="0" rtlCol="0" anchor="t"/>
          <a:lstStyle/>
          <a:p>
            <a:pPr algn="l" indent="0" marL="0">
              <a:buNone/>
            </a:pPr>
            <a:r>
              <a:rPr lang="en-US" sz="1200" dirty="0">
                <a:solidFill>
                  <a:srgbClr val="4F46E5"/>
                </a:solidFill>
                <a:latin typeface="Segoe UI Semibold" pitchFamily="34" charset="0"/>
                <a:ea typeface="Segoe UI Semibold" pitchFamily="34" charset="-122"/>
                <a:cs typeface="Segoe UI Semibold" pitchFamily="34" charset="-120"/>
              </a:rPr>
              <a:t>CHECKLIST</a:t>
            </a:r>
            <a:endParaRPr lang="en-US" sz="1200" dirty="0"/>
          </a:p>
        </p:txBody>
      </p:sp>
      <p:sp>
        <p:nvSpPr>
          <p:cNvPr id="4" name="rect-5"/>
          <p:cNvSpPr/>
          <p:nvPr/>
        </p:nvSpPr>
        <p:spPr>
          <a:xfrm>
            <a:off x="548640" y="1554480"/>
            <a:ext cx="2606040" cy="4572000"/>
          </a:xfrm>
          <a:prstGeom prst="roundRect">
            <a:avLst>
              <a:gd name="adj" fmla="val 421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5" name="text-6"/>
          <p:cNvSpPr txBox="1"/>
          <p:nvPr/>
        </p:nvSpPr>
        <p:spPr>
          <a:xfrm>
            <a:off x="777240" y="1691640"/>
            <a:ext cx="2194560" cy="502920"/>
          </a:xfrm>
          <a:prstGeom prst="rect">
            <a:avLst/>
          </a:prstGeom>
          <a:noFill/>
          <a:ln/>
        </p:spPr>
        <p:txBody>
          <a:bodyPr wrap="square" lIns="0" tIns="0" rIns="0" bIns="0" rtlCol="0" anchor="ctr"/>
          <a:lstStyle/>
          <a:p>
            <a:pPr algn="l" indent="0" marL="0">
              <a:buNone/>
            </a:pPr>
            <a:r>
              <a:rPr lang="en-US" sz="1700" dirty="0">
                <a:solidFill>
                  <a:srgbClr val="4F46E5"/>
                </a:solidFill>
                <a:latin typeface="Segoe UI Semibold" pitchFamily="34" charset="0"/>
                <a:ea typeface="Segoe UI Semibold" pitchFamily="34" charset="-122"/>
                <a:cs typeface="Segoe UI Semibold" pitchFamily="34" charset="-120"/>
              </a:rPr>
              <a:t>Before recording</a:t>
            </a:r>
            <a:endParaRPr lang="en-US" sz="1700" dirty="0"/>
          </a:p>
        </p:txBody>
      </p:sp>
      <p:sp>
        <p:nvSpPr>
          <p:cNvPr id="6" name="rect-7"/>
          <p:cNvSpPr/>
          <p:nvPr/>
        </p:nvSpPr>
        <p:spPr>
          <a:xfrm>
            <a:off x="777240" y="2459736"/>
            <a:ext cx="274320" cy="274320"/>
          </a:xfrm>
          <a:prstGeom prst="roundRect">
            <a:avLst>
              <a:gd name="adj" fmla="val 16667"/>
            </a:avLst>
          </a:prstGeom>
          <a:solidFill>
            <a:srgbClr val="FFFFFF"/>
          </a:solidFill>
          <a:ln w="22225">
            <a:solidFill>
              <a:srgbClr val="4F46E5"/>
            </a:solidFill>
            <a:prstDash val="solid"/>
          </a:ln>
        </p:spPr>
      </p:sp>
      <p:sp>
        <p:nvSpPr>
          <p:cNvPr id="7" name="text-8"/>
          <p:cNvSpPr txBox="1"/>
          <p:nvPr/>
        </p:nvSpPr>
        <p:spPr>
          <a:xfrm>
            <a:off x="1188720" y="242316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Start page open and logged in</a:t>
            </a:r>
            <a:endParaRPr lang="en-US" sz="1400" dirty="0"/>
          </a:p>
        </p:txBody>
      </p:sp>
      <p:sp>
        <p:nvSpPr>
          <p:cNvPr id="8" name="rect-9"/>
          <p:cNvSpPr/>
          <p:nvPr/>
        </p:nvSpPr>
        <p:spPr>
          <a:xfrm>
            <a:off x="777240" y="3328416"/>
            <a:ext cx="274320" cy="274320"/>
          </a:xfrm>
          <a:prstGeom prst="roundRect">
            <a:avLst>
              <a:gd name="adj" fmla="val 16667"/>
            </a:avLst>
          </a:prstGeom>
          <a:solidFill>
            <a:srgbClr val="FFFFFF"/>
          </a:solidFill>
          <a:ln w="22225">
            <a:solidFill>
              <a:srgbClr val="4F46E5"/>
            </a:solidFill>
            <a:prstDash val="solid"/>
          </a:ln>
        </p:spPr>
      </p:sp>
      <p:sp>
        <p:nvSpPr>
          <p:cNvPr id="9" name="text-10"/>
          <p:cNvSpPr txBox="1"/>
          <p:nvPr/>
        </p:nvSpPr>
        <p:spPr>
          <a:xfrm>
            <a:off x="1188720" y="329184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Browser maximized, zoom 100%</a:t>
            </a:r>
            <a:endParaRPr lang="en-US" sz="1400" dirty="0"/>
          </a:p>
        </p:txBody>
      </p:sp>
      <p:sp>
        <p:nvSpPr>
          <p:cNvPr id="10" name="rect-11"/>
          <p:cNvSpPr/>
          <p:nvPr/>
        </p:nvSpPr>
        <p:spPr>
          <a:xfrm>
            <a:off x="777240" y="4197096"/>
            <a:ext cx="274320" cy="274320"/>
          </a:xfrm>
          <a:prstGeom prst="roundRect">
            <a:avLst>
              <a:gd name="adj" fmla="val 16667"/>
            </a:avLst>
          </a:prstGeom>
          <a:solidFill>
            <a:srgbClr val="FFFFFF"/>
          </a:solidFill>
          <a:ln w="22225">
            <a:solidFill>
              <a:srgbClr val="4F46E5"/>
            </a:solidFill>
            <a:prstDash val="solid"/>
          </a:ln>
        </p:spPr>
      </p:sp>
      <p:sp>
        <p:nvSpPr>
          <p:cNvPr id="11" name="text-12"/>
          <p:cNvSpPr txBox="1"/>
          <p:nvPr/>
        </p:nvSpPr>
        <p:spPr>
          <a:xfrm>
            <a:off x="1188720" y="416052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Do not disturb on (Win+N)</a:t>
            </a:r>
            <a:endParaRPr lang="en-US" sz="1400" dirty="0"/>
          </a:p>
        </p:txBody>
      </p:sp>
      <p:sp>
        <p:nvSpPr>
          <p:cNvPr id="12" name="rect-13"/>
          <p:cNvSpPr/>
          <p:nvPr/>
        </p:nvSpPr>
        <p:spPr>
          <a:xfrm>
            <a:off x="777240" y="5065776"/>
            <a:ext cx="274320" cy="274320"/>
          </a:xfrm>
          <a:prstGeom prst="roundRect">
            <a:avLst>
              <a:gd name="adj" fmla="val 16667"/>
            </a:avLst>
          </a:prstGeom>
          <a:solidFill>
            <a:srgbClr val="FFFFFF"/>
          </a:solidFill>
          <a:ln w="22225">
            <a:solidFill>
              <a:srgbClr val="4F46E5"/>
            </a:solidFill>
            <a:prstDash val="solid"/>
          </a:ln>
        </p:spPr>
      </p:sp>
      <p:sp>
        <p:nvSpPr>
          <p:cNvPr id="13" name="text-14"/>
          <p:cNvSpPr txBox="1"/>
          <p:nvPr/>
        </p:nvSpPr>
        <p:spPr>
          <a:xfrm>
            <a:off x="1188720" y="502920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Data file ready, columns named</a:t>
            </a:r>
            <a:endParaRPr lang="en-US" sz="1400" dirty="0"/>
          </a:p>
        </p:txBody>
      </p:sp>
      <p:sp>
        <p:nvSpPr>
          <p:cNvPr id="14" name="rect-15"/>
          <p:cNvSpPr/>
          <p:nvPr/>
        </p:nvSpPr>
        <p:spPr>
          <a:xfrm>
            <a:off x="3383280" y="1554480"/>
            <a:ext cx="2606040" cy="4572000"/>
          </a:xfrm>
          <a:prstGeom prst="roundRect">
            <a:avLst>
              <a:gd name="adj" fmla="val 421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15" name="text-16"/>
          <p:cNvSpPr txBox="1"/>
          <p:nvPr/>
        </p:nvSpPr>
        <p:spPr>
          <a:xfrm>
            <a:off x="3611880" y="1691640"/>
            <a:ext cx="2194560" cy="502920"/>
          </a:xfrm>
          <a:prstGeom prst="rect">
            <a:avLst/>
          </a:prstGeom>
          <a:noFill/>
          <a:ln/>
        </p:spPr>
        <p:txBody>
          <a:bodyPr wrap="square" lIns="0" tIns="0" rIns="0" bIns="0" rtlCol="0" anchor="ctr"/>
          <a:lstStyle/>
          <a:p>
            <a:pPr algn="l" indent="0" marL="0">
              <a:buNone/>
            </a:pPr>
            <a:r>
              <a:rPr lang="en-US" sz="1700" dirty="0">
                <a:solidFill>
                  <a:srgbClr val="D97706"/>
                </a:solidFill>
                <a:latin typeface="Segoe UI Semibold" pitchFamily="34" charset="0"/>
                <a:ea typeface="Segoe UI Semibold" pitchFamily="34" charset="-122"/>
                <a:cs typeface="Segoe UI Semibold" pitchFamily="34" charset="-120"/>
              </a:rPr>
              <a:t>Before playing</a:t>
            </a:r>
            <a:endParaRPr lang="en-US" sz="1700" dirty="0"/>
          </a:p>
        </p:txBody>
      </p:sp>
      <p:sp>
        <p:nvSpPr>
          <p:cNvPr id="16" name="rect-17"/>
          <p:cNvSpPr/>
          <p:nvPr/>
        </p:nvSpPr>
        <p:spPr>
          <a:xfrm>
            <a:off x="3611880" y="2459736"/>
            <a:ext cx="274320" cy="274320"/>
          </a:xfrm>
          <a:prstGeom prst="roundRect">
            <a:avLst>
              <a:gd name="adj" fmla="val 16667"/>
            </a:avLst>
          </a:prstGeom>
          <a:solidFill>
            <a:srgbClr val="FFFFFF"/>
          </a:solidFill>
          <a:ln w="22225">
            <a:solidFill>
              <a:srgbClr val="D97706"/>
            </a:solidFill>
            <a:prstDash val="solid"/>
          </a:ln>
        </p:spPr>
      </p:sp>
      <p:sp>
        <p:nvSpPr>
          <p:cNvPr id="17" name="text-18"/>
          <p:cNvSpPr txBox="1"/>
          <p:nvPr/>
        </p:nvSpPr>
        <p:spPr>
          <a:xfrm>
            <a:off x="4023360" y="242316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Steps reviewed, extras deleted</a:t>
            </a:r>
            <a:endParaRPr lang="en-US" sz="1400" dirty="0"/>
          </a:p>
        </p:txBody>
      </p:sp>
      <p:sp>
        <p:nvSpPr>
          <p:cNvPr id="18" name="rect-19"/>
          <p:cNvSpPr/>
          <p:nvPr/>
        </p:nvSpPr>
        <p:spPr>
          <a:xfrm>
            <a:off x="3611880" y="3328416"/>
            <a:ext cx="274320" cy="274320"/>
          </a:xfrm>
          <a:prstGeom prst="roundRect">
            <a:avLst>
              <a:gd name="adj" fmla="val 16667"/>
            </a:avLst>
          </a:prstGeom>
          <a:solidFill>
            <a:srgbClr val="FFFFFF"/>
          </a:solidFill>
          <a:ln w="22225">
            <a:solidFill>
              <a:srgbClr val="D97706"/>
            </a:solidFill>
            <a:prstDash val="solid"/>
          </a:ln>
        </p:spPr>
      </p:sp>
      <p:sp>
        <p:nvSpPr>
          <p:cNvPr id="19" name="text-20"/>
          <p:cNvSpPr txBox="1"/>
          <p:nvPr/>
        </p:nvSpPr>
        <p:spPr>
          <a:xfrm>
            <a:off x="4023360" y="329184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Right tab and window in front</a:t>
            </a:r>
            <a:endParaRPr lang="en-US" sz="1400" dirty="0"/>
          </a:p>
        </p:txBody>
      </p:sp>
      <p:sp>
        <p:nvSpPr>
          <p:cNvPr id="20" name="rect-21"/>
          <p:cNvSpPr/>
          <p:nvPr/>
        </p:nvSpPr>
        <p:spPr>
          <a:xfrm>
            <a:off x="3611880" y="4197096"/>
            <a:ext cx="274320" cy="274320"/>
          </a:xfrm>
          <a:prstGeom prst="roundRect">
            <a:avLst>
              <a:gd name="adj" fmla="val 16667"/>
            </a:avLst>
          </a:prstGeom>
          <a:solidFill>
            <a:srgbClr val="FFFFFF"/>
          </a:solidFill>
          <a:ln w="22225">
            <a:solidFill>
              <a:srgbClr val="D97706"/>
            </a:solidFill>
            <a:prstDash val="solid"/>
          </a:ln>
        </p:spPr>
      </p:sp>
      <p:sp>
        <p:nvSpPr>
          <p:cNvPr id="21" name="text-22"/>
          <p:cNvSpPr txBox="1"/>
          <p:nvPr/>
        </p:nvSpPr>
        <p:spPr>
          <a:xfrm>
            <a:off x="4023360" y="416052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Tested once with one row</a:t>
            </a:r>
            <a:endParaRPr lang="en-US" sz="1400" dirty="0"/>
          </a:p>
        </p:txBody>
      </p:sp>
      <p:sp>
        <p:nvSpPr>
          <p:cNvPr id="22" name="rect-23"/>
          <p:cNvSpPr/>
          <p:nvPr/>
        </p:nvSpPr>
        <p:spPr>
          <a:xfrm>
            <a:off x="3611880" y="5065776"/>
            <a:ext cx="274320" cy="274320"/>
          </a:xfrm>
          <a:prstGeom prst="roundRect">
            <a:avLst>
              <a:gd name="adj" fmla="val 16667"/>
            </a:avLst>
          </a:prstGeom>
          <a:solidFill>
            <a:srgbClr val="FFFFFF"/>
          </a:solidFill>
          <a:ln w="22225">
            <a:solidFill>
              <a:srgbClr val="D97706"/>
            </a:solidFill>
            <a:prstDash val="solid"/>
          </a:ln>
        </p:spPr>
      </p:sp>
      <p:sp>
        <p:nvSpPr>
          <p:cNvPr id="23" name="text-24"/>
          <p:cNvSpPr txBox="1"/>
          <p:nvPr/>
        </p:nvSpPr>
        <p:spPr>
          <a:xfrm>
            <a:off x="4023360" y="502920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Rows set correctly</a:t>
            </a:r>
            <a:endParaRPr lang="en-US" sz="1400" dirty="0"/>
          </a:p>
        </p:txBody>
      </p:sp>
      <p:sp>
        <p:nvSpPr>
          <p:cNvPr id="24" name="rect-25"/>
          <p:cNvSpPr/>
          <p:nvPr/>
        </p:nvSpPr>
        <p:spPr>
          <a:xfrm>
            <a:off x="6217920" y="1554480"/>
            <a:ext cx="2606040" cy="4572000"/>
          </a:xfrm>
          <a:prstGeom prst="roundRect">
            <a:avLst>
              <a:gd name="adj" fmla="val 421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25" name="text-26"/>
          <p:cNvSpPr txBox="1"/>
          <p:nvPr/>
        </p:nvSpPr>
        <p:spPr>
          <a:xfrm>
            <a:off x="6446520" y="1691640"/>
            <a:ext cx="2194560" cy="502920"/>
          </a:xfrm>
          <a:prstGeom prst="rect">
            <a:avLst/>
          </a:prstGeom>
          <a:noFill/>
          <a:ln/>
        </p:spPr>
        <p:txBody>
          <a:bodyPr wrap="square" lIns="0" tIns="0" rIns="0" bIns="0" rtlCol="0" anchor="ctr"/>
          <a:lstStyle/>
          <a:p>
            <a:pPr algn="l" indent="0" marL="0">
              <a:buNone/>
            </a:pPr>
            <a:r>
              <a:rPr lang="en-US" sz="1700" dirty="0">
                <a:solidFill>
                  <a:srgbClr val="16A34A"/>
                </a:solidFill>
                <a:latin typeface="Segoe UI Semibold" pitchFamily="34" charset="0"/>
                <a:ea typeface="Segoe UI Semibold" pitchFamily="34" charset="-122"/>
                <a:cs typeface="Segoe UI Semibold" pitchFamily="34" charset="-120"/>
              </a:rPr>
              <a:t>While playing</a:t>
            </a:r>
            <a:endParaRPr lang="en-US" sz="1700" dirty="0"/>
          </a:p>
        </p:txBody>
      </p:sp>
      <p:sp>
        <p:nvSpPr>
          <p:cNvPr id="26" name="rect-27"/>
          <p:cNvSpPr/>
          <p:nvPr/>
        </p:nvSpPr>
        <p:spPr>
          <a:xfrm>
            <a:off x="6446520" y="2459736"/>
            <a:ext cx="274320" cy="274320"/>
          </a:xfrm>
          <a:prstGeom prst="roundRect">
            <a:avLst>
              <a:gd name="adj" fmla="val 16667"/>
            </a:avLst>
          </a:prstGeom>
          <a:solidFill>
            <a:srgbClr val="FFFFFF"/>
          </a:solidFill>
          <a:ln w="22225">
            <a:solidFill>
              <a:srgbClr val="16A34A"/>
            </a:solidFill>
            <a:prstDash val="solid"/>
          </a:ln>
        </p:spPr>
      </p:sp>
      <p:sp>
        <p:nvSpPr>
          <p:cNvPr id="27" name="text-28"/>
          <p:cNvSpPr txBox="1"/>
          <p:nvPr/>
        </p:nvSpPr>
        <p:spPr>
          <a:xfrm>
            <a:off x="6858000" y="242316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Hands off mouse and keyboard</a:t>
            </a:r>
            <a:endParaRPr lang="en-US" sz="1400" dirty="0"/>
          </a:p>
        </p:txBody>
      </p:sp>
      <p:sp>
        <p:nvSpPr>
          <p:cNvPr id="28" name="rect-29"/>
          <p:cNvSpPr/>
          <p:nvPr/>
        </p:nvSpPr>
        <p:spPr>
          <a:xfrm>
            <a:off x="6446520" y="3328416"/>
            <a:ext cx="274320" cy="274320"/>
          </a:xfrm>
          <a:prstGeom prst="roundRect">
            <a:avLst>
              <a:gd name="adj" fmla="val 16667"/>
            </a:avLst>
          </a:prstGeom>
          <a:solidFill>
            <a:srgbClr val="FFFFFF"/>
          </a:solidFill>
          <a:ln w="22225">
            <a:solidFill>
              <a:srgbClr val="16A34A"/>
            </a:solidFill>
            <a:prstDash val="solid"/>
          </a:ln>
        </p:spPr>
      </p:sp>
      <p:sp>
        <p:nvSpPr>
          <p:cNvPr id="29" name="text-30"/>
          <p:cNvSpPr txBox="1"/>
          <p:nvPr/>
        </p:nvSpPr>
        <p:spPr>
          <a:xfrm>
            <a:off x="6858000" y="329184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Watch the first runs</a:t>
            </a:r>
            <a:endParaRPr lang="en-US" sz="1400" dirty="0"/>
          </a:p>
        </p:txBody>
      </p:sp>
      <p:sp>
        <p:nvSpPr>
          <p:cNvPr id="30" name="rect-31"/>
          <p:cNvSpPr/>
          <p:nvPr/>
        </p:nvSpPr>
        <p:spPr>
          <a:xfrm>
            <a:off x="6446520" y="4197096"/>
            <a:ext cx="274320" cy="274320"/>
          </a:xfrm>
          <a:prstGeom prst="roundRect">
            <a:avLst>
              <a:gd name="adj" fmla="val 16667"/>
            </a:avLst>
          </a:prstGeom>
          <a:solidFill>
            <a:srgbClr val="FFFFFF"/>
          </a:solidFill>
          <a:ln w="22225">
            <a:solidFill>
              <a:srgbClr val="16A34A"/>
            </a:solidFill>
            <a:prstDash val="solid"/>
          </a:ln>
        </p:spPr>
      </p:sp>
      <p:sp>
        <p:nvSpPr>
          <p:cNvPr id="31" name="text-32"/>
          <p:cNvSpPr txBox="1"/>
          <p:nvPr/>
        </p:nvSpPr>
        <p:spPr>
          <a:xfrm>
            <a:off x="6858000" y="416052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Unexpected? Press F10</a:t>
            </a:r>
            <a:endParaRPr lang="en-US" sz="1400" dirty="0"/>
          </a:p>
        </p:txBody>
      </p:sp>
      <p:sp>
        <p:nvSpPr>
          <p:cNvPr id="32" name="rect-33"/>
          <p:cNvSpPr/>
          <p:nvPr/>
        </p:nvSpPr>
        <p:spPr>
          <a:xfrm>
            <a:off x="9052560" y="1554480"/>
            <a:ext cx="2606040" cy="4572000"/>
          </a:xfrm>
          <a:prstGeom prst="roundRect">
            <a:avLst>
              <a:gd name="adj" fmla="val 4211"/>
            </a:avLst>
          </a:prstGeom>
          <a:solidFill>
            <a:srgbClr val="FFFFFF"/>
          </a:solidFill>
          <a:ln w="12700">
            <a:solidFill>
              <a:srgbClr val="D9DEE8"/>
            </a:solidFill>
            <a:prstDash val="solid"/>
          </a:ln>
          <a:effectLst>
            <a:outerShdw sx="100000" sy="100000" kx="0" ky="0" algn="bl" rotWithShape="0" blurRad="101600" dist="25400" dir="5400000">
              <a:srgbClr val="101828">
                <a:alpha val="14000"/>
              </a:srgbClr>
            </a:outerShdw>
          </a:effectLst>
        </p:spPr>
      </p:sp>
      <p:sp>
        <p:nvSpPr>
          <p:cNvPr id="33" name="text-34"/>
          <p:cNvSpPr txBox="1"/>
          <p:nvPr/>
        </p:nvSpPr>
        <p:spPr>
          <a:xfrm>
            <a:off x="9281160" y="1691640"/>
            <a:ext cx="2194560" cy="502920"/>
          </a:xfrm>
          <a:prstGeom prst="rect">
            <a:avLst/>
          </a:prstGeom>
          <a:noFill/>
          <a:ln/>
        </p:spPr>
        <p:txBody>
          <a:bodyPr wrap="square" lIns="0" tIns="0" rIns="0" bIns="0" rtlCol="0" anchor="ctr"/>
          <a:lstStyle/>
          <a:p>
            <a:pPr algn="l" indent="0" marL="0">
              <a:buNone/>
            </a:pPr>
            <a:r>
              <a:rPr lang="en-US" sz="1700" dirty="0">
                <a:solidFill>
                  <a:srgbClr val="2563EB"/>
                </a:solidFill>
                <a:latin typeface="Segoe UI Semibold" pitchFamily="34" charset="0"/>
                <a:ea typeface="Segoe UI Semibold" pitchFamily="34" charset="-122"/>
                <a:cs typeface="Segoe UI Semibold" pitchFamily="34" charset="-120"/>
              </a:rPr>
              <a:t>After playing</a:t>
            </a:r>
            <a:endParaRPr lang="en-US" sz="1700" dirty="0"/>
          </a:p>
        </p:txBody>
      </p:sp>
      <p:sp>
        <p:nvSpPr>
          <p:cNvPr id="34" name="rect-35"/>
          <p:cNvSpPr/>
          <p:nvPr/>
        </p:nvSpPr>
        <p:spPr>
          <a:xfrm>
            <a:off x="9281160" y="2459736"/>
            <a:ext cx="274320" cy="274320"/>
          </a:xfrm>
          <a:prstGeom prst="roundRect">
            <a:avLst>
              <a:gd name="adj" fmla="val 16667"/>
            </a:avLst>
          </a:prstGeom>
          <a:solidFill>
            <a:srgbClr val="FFFFFF"/>
          </a:solidFill>
          <a:ln w="22225">
            <a:solidFill>
              <a:srgbClr val="2563EB"/>
            </a:solidFill>
            <a:prstDash val="solid"/>
          </a:ln>
        </p:spPr>
      </p:sp>
      <p:sp>
        <p:nvSpPr>
          <p:cNvPr id="35" name="text-36"/>
          <p:cNvSpPr txBox="1"/>
          <p:nvPr/>
        </p:nvSpPr>
        <p:spPr>
          <a:xfrm>
            <a:off x="9692640" y="242316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Read the finish pop-up</a:t>
            </a:r>
            <a:endParaRPr lang="en-US" sz="1400" dirty="0"/>
          </a:p>
        </p:txBody>
      </p:sp>
      <p:sp>
        <p:nvSpPr>
          <p:cNvPr id="36" name="rect-37"/>
          <p:cNvSpPr/>
          <p:nvPr/>
        </p:nvSpPr>
        <p:spPr>
          <a:xfrm>
            <a:off x="9281160" y="3328416"/>
            <a:ext cx="274320" cy="274320"/>
          </a:xfrm>
          <a:prstGeom prst="roundRect">
            <a:avLst>
              <a:gd name="adj" fmla="val 16667"/>
            </a:avLst>
          </a:prstGeom>
          <a:solidFill>
            <a:srgbClr val="FFFFFF"/>
          </a:solidFill>
          <a:ln w="22225">
            <a:solidFill>
              <a:srgbClr val="2563EB"/>
            </a:solidFill>
            <a:prstDash val="solid"/>
          </a:ln>
        </p:spPr>
      </p:sp>
      <p:sp>
        <p:nvSpPr>
          <p:cNvPr id="37" name="text-38"/>
          <p:cNvSpPr txBox="1"/>
          <p:nvPr/>
        </p:nvSpPr>
        <p:spPr>
          <a:xfrm>
            <a:off x="9692640" y="329184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Check the results in the app</a:t>
            </a:r>
            <a:endParaRPr lang="en-US" sz="1400" dirty="0"/>
          </a:p>
        </p:txBody>
      </p:sp>
      <p:sp>
        <p:nvSpPr>
          <p:cNvPr id="38" name="rect-39"/>
          <p:cNvSpPr/>
          <p:nvPr/>
        </p:nvSpPr>
        <p:spPr>
          <a:xfrm>
            <a:off x="9281160" y="4197096"/>
            <a:ext cx="274320" cy="274320"/>
          </a:xfrm>
          <a:prstGeom prst="roundRect">
            <a:avLst>
              <a:gd name="adj" fmla="val 16667"/>
            </a:avLst>
          </a:prstGeom>
          <a:solidFill>
            <a:srgbClr val="FFFFFF"/>
          </a:solidFill>
          <a:ln w="22225">
            <a:solidFill>
              <a:srgbClr val="2563EB"/>
            </a:solidFill>
            <a:prstDash val="solid"/>
          </a:ln>
        </p:spPr>
      </p:sp>
      <p:sp>
        <p:nvSpPr>
          <p:cNvPr id="39" name="text-40"/>
          <p:cNvSpPr txBox="1"/>
          <p:nvPr/>
        </p:nvSpPr>
        <p:spPr>
          <a:xfrm>
            <a:off x="9692640" y="416052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No duplicates or wrong records</a:t>
            </a:r>
            <a:endParaRPr lang="en-US" sz="1400" dirty="0"/>
          </a:p>
        </p:txBody>
      </p:sp>
      <p:sp>
        <p:nvSpPr>
          <p:cNvPr id="40" name="rect-41"/>
          <p:cNvSpPr/>
          <p:nvPr/>
        </p:nvSpPr>
        <p:spPr>
          <a:xfrm>
            <a:off x="9281160" y="5065776"/>
            <a:ext cx="274320" cy="274320"/>
          </a:xfrm>
          <a:prstGeom prst="roundRect">
            <a:avLst>
              <a:gd name="adj" fmla="val 16667"/>
            </a:avLst>
          </a:prstGeom>
          <a:solidFill>
            <a:srgbClr val="FFFFFF"/>
          </a:solidFill>
          <a:ln w="22225">
            <a:solidFill>
              <a:srgbClr val="2563EB"/>
            </a:solidFill>
            <a:prstDash val="solid"/>
          </a:ln>
        </p:spPr>
      </p:sp>
      <p:sp>
        <p:nvSpPr>
          <p:cNvPr id="41" name="text-42"/>
          <p:cNvSpPr txBox="1"/>
          <p:nvPr/>
        </p:nvSpPr>
        <p:spPr>
          <a:xfrm>
            <a:off x="9692640" y="5029200"/>
            <a:ext cx="1783080" cy="822960"/>
          </a:xfrm>
          <a:prstGeom prst="rect">
            <a:avLst/>
          </a:prstGeom>
          <a:noFill/>
          <a:ln/>
        </p:spPr>
        <p:txBody>
          <a:bodyPr wrap="square" lIns="0" tIns="0" rIns="0" bIns="0" rtlCol="0" anchor="t"/>
          <a:lstStyle/>
          <a:p>
            <a:pPr algn="l" indent="0" marL="0">
              <a:buNone/>
            </a:pPr>
            <a:r>
              <a:rPr lang="en-US" sz="1400" dirty="0">
                <a:solidFill>
                  <a:srgbClr val="1E2433"/>
                </a:solidFill>
                <a:latin typeface="Segoe UI" pitchFamily="34" charset="0"/>
                <a:ea typeface="Segoe UI" pitchFamily="34" charset="-122"/>
                <a:cs typeface="Segoe UI" pitchFamily="34" charset="-120"/>
              </a:rPr>
              <a:t>Note the rows still to do</a:t>
            </a:r>
            <a:endParaRPr lang="en-US" sz="1400" dirty="0"/>
          </a:p>
        </p:txBody>
      </p:sp>
      <p:sp>
        <p:nvSpPr>
          <p:cNvPr id="25" name="Slide Number Placeholder 0"/>
          <p:cNvSpPr>
            <a:spLocks noGrp="1"/>
          </p:cNvSpPr>
          <p:nvPr>
            <p:ph type="sldNum" sz="quarter" idx="4294967295"/>
          </p:nvPr>
        </p:nvSpPr>
        <p:spPr>
          <a:xfrm>
            <a:off x="10725912" y="644652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1"/>
          <p:cNvSpPr txBox="1"/>
          <p:nvPr/>
        </p:nvSpPr>
        <p:spPr>
          <a:xfrm>
            <a:off x="822960" y="731520"/>
            <a:ext cx="10515600" cy="822960"/>
          </a:xfrm>
          <a:prstGeom prst="rect">
            <a:avLst/>
          </a:prstGeom>
          <a:noFill/>
          <a:ln/>
        </p:spPr>
        <p:txBody>
          <a:bodyPr wrap="square" lIns="0" tIns="0" rIns="0" bIns="0" rtlCol="0" anchor="t"/>
          <a:lstStyle/>
          <a:p>
            <a:pPr algn="l" indent="0" marL="0">
              <a:buNone/>
            </a:pPr>
            <a:r>
              <a:rPr lang="en-US" sz="4000" dirty="0">
                <a:solidFill>
                  <a:srgbClr val="FFFFFF"/>
                </a:solidFill>
                <a:latin typeface="Segoe UI Semibold" pitchFamily="34" charset="0"/>
                <a:ea typeface="Segoe UI Semibold" pitchFamily="34" charset="-122"/>
                <a:cs typeface="Segoe UI Semibold" pitchFamily="34" charset="-120"/>
              </a:rPr>
              <a:t>Remember</a:t>
            </a:r>
            <a:endParaRPr lang="en-US" sz="4000" dirty="0"/>
          </a:p>
        </p:txBody>
      </p:sp>
      <p:sp>
        <p:nvSpPr>
          <p:cNvPr id="3" name="rect-2"/>
          <p:cNvSpPr/>
          <p:nvPr/>
        </p:nvSpPr>
        <p:spPr>
          <a:xfrm>
            <a:off x="822960" y="1874520"/>
            <a:ext cx="2468880" cy="2514600"/>
          </a:xfrm>
          <a:prstGeom prst="roundRect">
            <a:avLst>
              <a:gd name="adj" fmla="val 5185"/>
            </a:avLst>
          </a:prstGeom>
          <a:solidFill>
            <a:srgbClr val="2B3350"/>
          </a:solidFill>
          <a:ln w="12700">
            <a:solidFill>
              <a:srgbClr val="3A4466"/>
            </a:solidFill>
            <a:prstDash val="solid"/>
          </a:ln>
        </p:spPr>
      </p:sp>
      <p:sp>
        <p:nvSpPr>
          <p:cNvPr id="4" name="oval-3"/>
          <p:cNvSpPr/>
          <p:nvPr/>
        </p:nvSpPr>
        <p:spPr>
          <a:xfrm>
            <a:off x="1097280" y="2148840"/>
            <a:ext cx="685800" cy="685800"/>
          </a:xfrm>
          <a:prstGeom prst="ellipse">
            <a:avLst/>
          </a:prstGeom>
          <a:solidFill>
            <a:srgbClr val="1E2433"/>
          </a:solidFill>
          <a:ln/>
        </p:spPr>
      </p:sp>
      <p:pic>
        <p:nvPicPr>
          <p:cNvPr id="5" name="image-4" descr="play icon">    </p:cNvPr>
          <p:cNvPicPr>
            <a:picLocks noChangeAspect="1"/>
          </p:cNvPicPr>
          <p:nvPr/>
        </p:nvPicPr>
        <p:blipFill>
          <a:blip r:embed="rId1"/>
          <a:stretch>
            <a:fillRect/>
          </a:stretch>
        </p:blipFill>
        <p:spPr>
          <a:xfrm>
            <a:off x="1252728" y="2304288"/>
            <a:ext cx="374904" cy="374904"/>
          </a:xfrm>
          <a:prstGeom prst="rect">
            <a:avLst/>
          </a:prstGeom>
        </p:spPr>
      </p:pic>
      <p:sp>
        <p:nvSpPr>
          <p:cNvPr id="6" name="text-5"/>
          <p:cNvSpPr txBox="1"/>
          <p:nvPr/>
        </p:nvSpPr>
        <p:spPr>
          <a:xfrm>
            <a:off x="1097280" y="3017520"/>
            <a:ext cx="2103120" cy="457200"/>
          </a:xfrm>
          <a:prstGeom prst="rect">
            <a:avLst/>
          </a:prstGeom>
          <a:noFill/>
          <a:ln/>
        </p:spPr>
        <p:txBody>
          <a:bodyPr wrap="square" lIns="0" tIns="0" rIns="0" bIns="0" rtlCol="0" anchor="t"/>
          <a:lstStyle/>
          <a:p>
            <a:pPr algn="l" indent="0" marL="0">
              <a:buNone/>
            </a:pPr>
            <a:r>
              <a:rPr lang="en-US" sz="1700" dirty="0">
                <a:solidFill>
                  <a:srgbClr val="FFFFFF"/>
                </a:solidFill>
                <a:latin typeface="Segoe UI Semibold" pitchFamily="34" charset="0"/>
                <a:ea typeface="Segoe UI Semibold" pitchFamily="34" charset="-122"/>
                <a:cs typeface="Segoe UI Semibold" pitchFamily="34" charset="-120"/>
              </a:rPr>
              <a:t>Test once</a:t>
            </a:r>
            <a:endParaRPr lang="en-US" sz="1700" dirty="0"/>
          </a:p>
        </p:txBody>
      </p:sp>
      <p:sp>
        <p:nvSpPr>
          <p:cNvPr id="7" name="text-6"/>
          <p:cNvSpPr txBox="1"/>
          <p:nvPr/>
        </p:nvSpPr>
        <p:spPr>
          <a:xfrm>
            <a:off x="1097280" y="3520440"/>
            <a:ext cx="2011680" cy="822960"/>
          </a:xfrm>
          <a:prstGeom prst="rect">
            <a:avLst/>
          </a:prstGeom>
          <a:noFill/>
          <a:ln/>
        </p:spPr>
        <p:txBody>
          <a:bodyPr wrap="square" lIns="0" tIns="0" rIns="0" bIns="0" rtlCol="0" anchor="t"/>
          <a:lstStyle/>
          <a:p>
            <a:pPr algn="l" indent="0" marL="0">
              <a:buNone/>
            </a:pPr>
            <a:r>
              <a:rPr lang="en-US" sz="1400" dirty="0">
                <a:solidFill>
                  <a:srgbClr val="C7D2FE"/>
                </a:solidFill>
                <a:latin typeface="Segoe UI" pitchFamily="34" charset="0"/>
                <a:ea typeface="Segoe UI" pitchFamily="34" charset="-122"/>
                <a:cs typeface="Segoe UI" pitchFamily="34" charset="-120"/>
              </a:rPr>
              <a:t>One row, 1× speed, watch it.</a:t>
            </a:r>
            <a:endParaRPr lang="en-US" sz="1400" dirty="0"/>
          </a:p>
        </p:txBody>
      </p:sp>
      <p:sp>
        <p:nvSpPr>
          <p:cNvPr id="8" name="rect-7"/>
          <p:cNvSpPr/>
          <p:nvPr/>
        </p:nvSpPr>
        <p:spPr>
          <a:xfrm>
            <a:off x="3566160" y="1874520"/>
            <a:ext cx="2468880" cy="2514600"/>
          </a:xfrm>
          <a:prstGeom prst="roundRect">
            <a:avLst>
              <a:gd name="adj" fmla="val 5185"/>
            </a:avLst>
          </a:prstGeom>
          <a:solidFill>
            <a:srgbClr val="2B3350"/>
          </a:solidFill>
          <a:ln w="12700">
            <a:solidFill>
              <a:srgbClr val="3A4466"/>
            </a:solidFill>
            <a:prstDash val="solid"/>
          </a:ln>
        </p:spPr>
      </p:sp>
      <p:sp>
        <p:nvSpPr>
          <p:cNvPr id="9" name="oval-8"/>
          <p:cNvSpPr/>
          <p:nvPr/>
        </p:nvSpPr>
        <p:spPr>
          <a:xfrm>
            <a:off x="3840480" y="2148840"/>
            <a:ext cx="685800" cy="685800"/>
          </a:xfrm>
          <a:prstGeom prst="ellipse">
            <a:avLst/>
          </a:prstGeom>
          <a:solidFill>
            <a:srgbClr val="1E2433"/>
          </a:solidFill>
          <a:ln/>
        </p:spPr>
      </p:sp>
      <p:pic>
        <p:nvPicPr>
          <p:cNvPr id="10" name="image-9" descr="window icon">    </p:cNvPr>
          <p:cNvPicPr>
            <a:picLocks noChangeAspect="1"/>
          </p:cNvPicPr>
          <p:nvPr/>
        </p:nvPicPr>
        <p:blipFill>
          <a:blip r:embed="rId2"/>
          <a:stretch>
            <a:fillRect/>
          </a:stretch>
        </p:blipFill>
        <p:spPr>
          <a:xfrm>
            <a:off x="3995928" y="2304288"/>
            <a:ext cx="374904" cy="374904"/>
          </a:xfrm>
          <a:prstGeom prst="rect">
            <a:avLst/>
          </a:prstGeom>
        </p:spPr>
      </p:pic>
      <p:sp>
        <p:nvSpPr>
          <p:cNvPr id="11" name="text-10"/>
          <p:cNvSpPr txBox="1"/>
          <p:nvPr/>
        </p:nvSpPr>
        <p:spPr>
          <a:xfrm>
            <a:off x="3840480" y="3017520"/>
            <a:ext cx="2103120" cy="457200"/>
          </a:xfrm>
          <a:prstGeom prst="rect">
            <a:avLst/>
          </a:prstGeom>
          <a:noFill/>
          <a:ln/>
        </p:spPr>
        <p:txBody>
          <a:bodyPr wrap="square" lIns="0" tIns="0" rIns="0" bIns="0" rtlCol="0" anchor="t"/>
          <a:lstStyle/>
          <a:p>
            <a:pPr algn="l" indent="0" marL="0">
              <a:buNone/>
            </a:pPr>
            <a:r>
              <a:rPr lang="en-US" sz="1700" dirty="0">
                <a:solidFill>
                  <a:srgbClr val="FFFFFF"/>
                </a:solidFill>
                <a:latin typeface="Segoe UI Semibold" pitchFamily="34" charset="0"/>
                <a:ea typeface="Segoe UI Semibold" pitchFamily="34" charset="-122"/>
                <a:cs typeface="Segoe UI Semibold" pitchFamily="34" charset="-120"/>
              </a:rPr>
              <a:t>Right page in front</a:t>
            </a:r>
            <a:endParaRPr lang="en-US" sz="1700" dirty="0"/>
          </a:p>
        </p:txBody>
      </p:sp>
      <p:sp>
        <p:nvSpPr>
          <p:cNvPr id="12" name="text-11"/>
          <p:cNvSpPr txBox="1"/>
          <p:nvPr/>
        </p:nvSpPr>
        <p:spPr>
          <a:xfrm>
            <a:off x="3840480" y="3520440"/>
            <a:ext cx="2011680" cy="822960"/>
          </a:xfrm>
          <a:prstGeom prst="rect">
            <a:avLst/>
          </a:prstGeom>
          <a:noFill/>
          <a:ln/>
        </p:spPr>
        <p:txBody>
          <a:bodyPr wrap="square" lIns="0" tIns="0" rIns="0" bIns="0" rtlCol="0" anchor="t"/>
          <a:lstStyle/>
          <a:p>
            <a:pPr algn="l" indent="0" marL="0">
              <a:buNone/>
            </a:pPr>
            <a:r>
              <a:rPr lang="en-US" sz="1400" dirty="0">
                <a:solidFill>
                  <a:srgbClr val="C7D2FE"/>
                </a:solidFill>
                <a:latin typeface="Segoe UI" pitchFamily="34" charset="0"/>
                <a:ea typeface="Segoe UI" pitchFamily="34" charset="-122"/>
                <a:cs typeface="Segoe UI" pitchFamily="34" charset="-120"/>
              </a:rPr>
              <a:t>Check the tab and window before Play.</a:t>
            </a:r>
            <a:endParaRPr lang="en-US" sz="1400" dirty="0"/>
          </a:p>
        </p:txBody>
      </p:sp>
      <p:sp>
        <p:nvSpPr>
          <p:cNvPr id="13" name="rect-12"/>
          <p:cNvSpPr/>
          <p:nvPr/>
        </p:nvSpPr>
        <p:spPr>
          <a:xfrm>
            <a:off x="6309360" y="1874520"/>
            <a:ext cx="2468880" cy="2514600"/>
          </a:xfrm>
          <a:prstGeom prst="roundRect">
            <a:avLst>
              <a:gd name="adj" fmla="val 5185"/>
            </a:avLst>
          </a:prstGeom>
          <a:solidFill>
            <a:srgbClr val="2B3350"/>
          </a:solidFill>
          <a:ln w="12700">
            <a:solidFill>
              <a:srgbClr val="3A4466"/>
            </a:solidFill>
            <a:prstDash val="solid"/>
          </a:ln>
        </p:spPr>
      </p:sp>
      <p:sp>
        <p:nvSpPr>
          <p:cNvPr id="14" name="oval-13"/>
          <p:cNvSpPr/>
          <p:nvPr/>
        </p:nvSpPr>
        <p:spPr>
          <a:xfrm>
            <a:off x="6583680" y="2148840"/>
            <a:ext cx="685800" cy="685800"/>
          </a:xfrm>
          <a:prstGeom prst="ellipse">
            <a:avLst/>
          </a:prstGeom>
          <a:solidFill>
            <a:srgbClr val="1E2433"/>
          </a:solidFill>
          <a:ln/>
        </p:spPr>
      </p:sp>
      <p:pic>
        <p:nvPicPr>
          <p:cNvPr id="15" name="image-14" descr="keyboard icon">    </p:cNvPr>
          <p:cNvPicPr>
            <a:picLocks noChangeAspect="1"/>
          </p:cNvPicPr>
          <p:nvPr/>
        </p:nvPicPr>
        <p:blipFill>
          <a:blip r:embed="rId3"/>
          <a:stretch>
            <a:fillRect/>
          </a:stretch>
        </p:blipFill>
        <p:spPr>
          <a:xfrm>
            <a:off x="6739128" y="2304288"/>
            <a:ext cx="374904" cy="374904"/>
          </a:xfrm>
          <a:prstGeom prst="rect">
            <a:avLst/>
          </a:prstGeom>
        </p:spPr>
      </p:pic>
      <p:sp>
        <p:nvSpPr>
          <p:cNvPr id="16" name="text-15"/>
          <p:cNvSpPr txBox="1"/>
          <p:nvPr/>
        </p:nvSpPr>
        <p:spPr>
          <a:xfrm>
            <a:off x="6583680" y="3017520"/>
            <a:ext cx="2103120" cy="457200"/>
          </a:xfrm>
          <a:prstGeom prst="rect">
            <a:avLst/>
          </a:prstGeom>
          <a:noFill/>
          <a:ln/>
        </p:spPr>
        <p:txBody>
          <a:bodyPr wrap="square" lIns="0" tIns="0" rIns="0" bIns="0" rtlCol="0" anchor="t"/>
          <a:lstStyle/>
          <a:p>
            <a:pPr algn="l" indent="0" marL="0">
              <a:buNone/>
            </a:pPr>
            <a:r>
              <a:rPr lang="en-US" sz="1700" dirty="0">
                <a:solidFill>
                  <a:srgbClr val="FFFFFF"/>
                </a:solidFill>
                <a:latin typeface="Segoe UI Semibold" pitchFamily="34" charset="0"/>
                <a:ea typeface="Segoe UI Semibold" pitchFamily="34" charset="-122"/>
                <a:cs typeface="Segoe UI Semibold" pitchFamily="34" charset="-120"/>
              </a:rPr>
              <a:t>F10 stops</a:t>
            </a:r>
            <a:endParaRPr lang="en-US" sz="1700" dirty="0"/>
          </a:p>
        </p:txBody>
      </p:sp>
      <p:sp>
        <p:nvSpPr>
          <p:cNvPr id="17" name="text-16"/>
          <p:cNvSpPr txBox="1"/>
          <p:nvPr/>
        </p:nvSpPr>
        <p:spPr>
          <a:xfrm>
            <a:off x="6583680" y="3520440"/>
            <a:ext cx="2011680" cy="822960"/>
          </a:xfrm>
          <a:prstGeom prst="rect">
            <a:avLst/>
          </a:prstGeom>
          <a:noFill/>
          <a:ln/>
        </p:spPr>
        <p:txBody>
          <a:bodyPr wrap="square" lIns="0" tIns="0" rIns="0" bIns="0" rtlCol="0" anchor="t"/>
          <a:lstStyle/>
          <a:p>
            <a:pPr algn="l" indent="0" marL="0">
              <a:buNone/>
            </a:pPr>
            <a:r>
              <a:rPr lang="en-US" sz="1400" dirty="0">
                <a:solidFill>
                  <a:srgbClr val="C7D2FE"/>
                </a:solidFill>
                <a:latin typeface="Segoe UI" pitchFamily="34" charset="0"/>
                <a:ea typeface="Segoe UI" pitchFamily="34" charset="-122"/>
                <a:cs typeface="Segoe UI" pitchFamily="34" charset="-120"/>
              </a:rPr>
              <a:t>Stop first, then look.</a:t>
            </a:r>
            <a:endParaRPr lang="en-US" sz="1400" dirty="0"/>
          </a:p>
        </p:txBody>
      </p:sp>
      <p:sp>
        <p:nvSpPr>
          <p:cNvPr id="18" name="rect-17"/>
          <p:cNvSpPr/>
          <p:nvPr/>
        </p:nvSpPr>
        <p:spPr>
          <a:xfrm>
            <a:off x="9052560" y="1874520"/>
            <a:ext cx="2468880" cy="2514600"/>
          </a:xfrm>
          <a:prstGeom prst="roundRect">
            <a:avLst>
              <a:gd name="adj" fmla="val 5185"/>
            </a:avLst>
          </a:prstGeom>
          <a:solidFill>
            <a:srgbClr val="2B3350"/>
          </a:solidFill>
          <a:ln w="12700">
            <a:solidFill>
              <a:srgbClr val="3A4466"/>
            </a:solidFill>
            <a:prstDash val="solid"/>
          </a:ln>
        </p:spPr>
      </p:sp>
      <p:sp>
        <p:nvSpPr>
          <p:cNvPr id="19" name="oval-18"/>
          <p:cNvSpPr/>
          <p:nvPr/>
        </p:nvSpPr>
        <p:spPr>
          <a:xfrm>
            <a:off x="9326880" y="2148840"/>
            <a:ext cx="685800" cy="685800"/>
          </a:xfrm>
          <a:prstGeom prst="ellipse">
            <a:avLst/>
          </a:prstGeom>
          <a:solidFill>
            <a:srgbClr val="1E2433"/>
          </a:solidFill>
          <a:ln/>
        </p:spPr>
      </p:sp>
      <p:pic>
        <p:nvPicPr>
          <p:cNvPr id="20" name="image-19" descr="check icon">    </p:cNvPr>
          <p:cNvPicPr>
            <a:picLocks noChangeAspect="1"/>
          </p:cNvPicPr>
          <p:nvPr/>
        </p:nvPicPr>
        <p:blipFill>
          <a:blip r:embed="rId4"/>
          <a:stretch>
            <a:fillRect/>
          </a:stretch>
        </p:blipFill>
        <p:spPr>
          <a:xfrm>
            <a:off x="9482328" y="2304288"/>
            <a:ext cx="374904" cy="374904"/>
          </a:xfrm>
          <a:prstGeom prst="rect">
            <a:avLst/>
          </a:prstGeom>
        </p:spPr>
      </p:pic>
      <p:sp>
        <p:nvSpPr>
          <p:cNvPr id="21" name="text-20"/>
          <p:cNvSpPr txBox="1"/>
          <p:nvPr/>
        </p:nvSpPr>
        <p:spPr>
          <a:xfrm>
            <a:off x="9326880" y="3017520"/>
            <a:ext cx="2103120" cy="457200"/>
          </a:xfrm>
          <a:prstGeom prst="rect">
            <a:avLst/>
          </a:prstGeom>
          <a:noFill/>
          <a:ln/>
        </p:spPr>
        <p:txBody>
          <a:bodyPr wrap="square" lIns="0" tIns="0" rIns="0" bIns="0" rtlCol="0" anchor="t"/>
          <a:lstStyle/>
          <a:p>
            <a:pPr algn="l" indent="0" marL="0">
              <a:buNone/>
            </a:pPr>
            <a:r>
              <a:rPr lang="en-US" sz="1700" dirty="0">
                <a:solidFill>
                  <a:srgbClr val="FFFFFF"/>
                </a:solidFill>
                <a:latin typeface="Segoe UI Semibold" pitchFamily="34" charset="0"/>
                <a:ea typeface="Segoe UI Semibold" pitchFamily="34" charset="-122"/>
                <a:cs typeface="Segoe UI Semibold" pitchFamily="34" charset="-120"/>
              </a:rPr>
              <a:t>Verify results</a:t>
            </a:r>
            <a:endParaRPr lang="en-US" sz="1700" dirty="0"/>
          </a:p>
        </p:txBody>
      </p:sp>
      <p:sp>
        <p:nvSpPr>
          <p:cNvPr id="22" name="text-21"/>
          <p:cNvSpPr txBox="1"/>
          <p:nvPr/>
        </p:nvSpPr>
        <p:spPr>
          <a:xfrm>
            <a:off x="9326880" y="3520440"/>
            <a:ext cx="2011680" cy="822960"/>
          </a:xfrm>
          <a:prstGeom prst="rect">
            <a:avLst/>
          </a:prstGeom>
          <a:noFill/>
          <a:ln/>
        </p:spPr>
        <p:txBody>
          <a:bodyPr wrap="square" lIns="0" tIns="0" rIns="0" bIns="0" rtlCol="0" anchor="t"/>
          <a:lstStyle/>
          <a:p>
            <a:pPr algn="l" indent="0" marL="0">
              <a:buNone/>
            </a:pPr>
            <a:r>
              <a:rPr lang="en-US" sz="1400" dirty="0">
                <a:solidFill>
                  <a:srgbClr val="C7D2FE"/>
                </a:solidFill>
                <a:latin typeface="Segoe UI" pitchFamily="34" charset="0"/>
                <a:ea typeface="Segoe UI" pitchFamily="34" charset="-122"/>
                <a:cs typeface="Segoe UI" pitchFamily="34" charset="-120"/>
              </a:rPr>
              <a:t>No duplicates, no wrong records.</a:t>
            </a:r>
            <a:endParaRPr lang="en-US" sz="1400" dirty="0"/>
          </a:p>
        </p:txBody>
      </p:sp>
      <p:sp>
        <p:nvSpPr>
          <p:cNvPr id="23" name="text-22"/>
          <p:cNvSpPr txBox="1"/>
          <p:nvPr/>
        </p:nvSpPr>
        <p:spPr>
          <a:xfrm>
            <a:off x="822960" y="4937760"/>
            <a:ext cx="10515600" cy="457200"/>
          </a:xfrm>
          <a:prstGeom prst="rect">
            <a:avLst/>
          </a:prstGeom>
          <a:noFill/>
          <a:ln/>
        </p:spPr>
        <p:txBody>
          <a:bodyPr wrap="square" lIns="0" tIns="0" rIns="0" bIns="0" rtlCol="0" anchor="t"/>
          <a:lstStyle/>
          <a:p>
            <a:pPr algn="l" indent="0" marL="0">
              <a:buNone/>
            </a:pPr>
            <a:r>
              <a:rPr lang="en-US" sz="1700" dirty="0">
                <a:solidFill>
                  <a:srgbClr val="A5B4FC"/>
                </a:solidFill>
                <a:latin typeface="Segoe UI" pitchFamily="34" charset="0"/>
                <a:ea typeface="Segoe UI" pitchFamily="34" charset="-122"/>
                <a:cs typeface="Segoe UI" pitchFamily="34" charset="-120"/>
              </a:rPr>
              <a:t>Workflow: prepare → record → review → check the page → test → play → verify</a:t>
            </a:r>
            <a:endParaRPr lang="en-US" sz="1700" dirty="0"/>
          </a:p>
        </p:txBody>
      </p:sp>
      <p:sp>
        <p:nvSpPr>
          <p:cNvPr id="24" name="text-23"/>
          <p:cNvSpPr txBox="1"/>
          <p:nvPr/>
        </p:nvSpPr>
        <p:spPr>
          <a:xfrm>
            <a:off x="822960" y="5623560"/>
            <a:ext cx="10515600" cy="411480"/>
          </a:xfrm>
          <a:prstGeom prst="rect">
            <a:avLst/>
          </a:prstGeom>
          <a:noFill/>
          <a:ln/>
        </p:spPr>
        <p:txBody>
          <a:bodyPr wrap="square" lIns="0" tIns="0" rIns="0" bIns="0" rtlCol="0" anchor="t"/>
          <a:lstStyle/>
          <a:p>
            <a:pPr algn="l" indent="0" marL="0">
              <a:buNone/>
            </a:pPr>
            <a:r>
              <a:rPr lang="en-US" sz="1400" dirty="0">
                <a:solidFill>
                  <a:srgbClr val="C7D2FE"/>
                </a:solidFill>
                <a:latin typeface="Segoe UI" pitchFamily="34" charset="0"/>
                <a:ea typeface="Segoe UI" pitchFamily="34" charset="-122"/>
                <a:cs typeface="Segoe UI" pitchFamily="34" charset="-120"/>
              </a:rPr>
              <a:t>Questions? Ask in the team channel.  Check a PC: rpabot.exe doctor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rpabot - user guide</dc:title>
  <dc:subject>How to use rpabot safely</dc:subject>
  <dc:creator>rpabot</dc:creator>
  <cp:lastModifiedBy>rpabot</cp:lastModifiedBy>
  <cp:revision>1</cp:revision>
  <dcterms:created xsi:type="dcterms:W3CDTF">2026-10-16T13:30:04Z</dcterms:created>
  <dcterms:modified xsi:type="dcterms:W3CDTF">2026-10-16T13:30:04Z</dcterms:modified>
</cp:coreProperties>
</file>